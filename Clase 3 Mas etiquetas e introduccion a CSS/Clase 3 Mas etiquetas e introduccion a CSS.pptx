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"/>
  </p:notesMasterIdLst>
  <p:sldIdLst>
    <p:sldId id="257" r:id="rId2"/>
    <p:sldId id="258" r:id="rId3"/>
    <p:sldId id="266" r:id="rId4"/>
    <p:sldId id="261" r:id="rId5"/>
    <p:sldId id="262" r:id="rId6"/>
    <p:sldId id="26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50" d="100"/>
          <a:sy n="50" d="100"/>
        </p:scale>
        <p:origin x="12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E70D0-DBAD-4E68-9A1C-058F76D38027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50FF6-8B7C-4786-85D6-4CC8BE746C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65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inhphamdesign?utm_source=unsplash&amp;utm_medium=referral&amp;utm_content=creditCopyTex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virtual-reality?utm_source=unsplash&amp;utm_medium=referral&amp;utm_content=creditCopyText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jamesyarema?utm_source=unsplash&amp;utm_medium=referral&amp;utm_content=creditCopyText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virtual-reality?utm_source=unsplash&amp;utm_medium=referral&amp;utm_content=creditCopyText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inhphamdesign?utm_source=unsplash&amp;utm_medium=referral&amp;utm_content=creditCopyText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collections/w2eqDpQ1gPY/virtual-reality?utm_source=unsplash&amp;utm_medium=referral&amp;utm_content=creditCopyText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carltraw?utm_source=unsplash&amp;utm_medium=referral&amp;utm_content=creditCopyText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unsplash.com/@adrian_deweerdt?utm_source=unsplash&amp;utm_medium=referral&amp;utm_content=creditCopyText" TargetMode="External"/><Relationship Id="rId4" Type="http://schemas.openxmlformats.org/officeDocument/2006/relationships/hyperlink" Target="https://unsplash.com/s/photos/vr-games?utm_source=unsplash&amp;utm_medium=referral&amp;utm_content=creditCopyText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inhphamdesign?utm_source=unsplash&amp;utm_medium=referral&amp;utm_content=creditCopyText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vr-goggles?utm_source=unsplash&amp;utm_medium=referral&amp;utm_content=creditCopyText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inhphamdesign?utm_source=unsplash&amp;utm_medium=referral&amp;utm_content=creditCopyText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collections/w2eqDpQ1gPY/virtual-reality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Minh Pham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E122F-E120-417E-9631-33982A76A70E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6006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James </a:t>
            </a:r>
            <a:r>
              <a:rPr lang="en-US" dirty="0" err="1">
                <a:hlinkClick r:id="rId3"/>
              </a:rPr>
              <a:t>Yarema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E122F-E120-417E-9631-33982A76A70E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8370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Minh Pham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E122F-E120-417E-9631-33982A76A70E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3176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Carl Raw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r>
              <a:rPr lang="en-US" dirty="0"/>
              <a:t> </a:t>
            </a:r>
          </a:p>
          <a:p>
            <a:r>
              <a:rPr lang="en-US" dirty="0"/>
              <a:t>Photo by </a:t>
            </a:r>
            <a:r>
              <a:rPr lang="en-US" dirty="0">
                <a:hlinkClick r:id="rId5"/>
              </a:rPr>
              <a:t>Adrian </a:t>
            </a:r>
            <a:r>
              <a:rPr lang="en-US" dirty="0" err="1">
                <a:hlinkClick r:id="rId5"/>
              </a:rPr>
              <a:t>Deweerdt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E122F-E120-417E-9631-33982A76A70E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1990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='https://www.freepik.com/photos/technology-woman'&gt;Technology woman photo created by </a:t>
            </a:r>
            <a:r>
              <a:rPr lang="en-US" dirty="0" err="1"/>
              <a:t>freepik</a:t>
            </a:r>
            <a:r>
              <a:rPr lang="en-US" dirty="0"/>
              <a:t> - www.freepik.com&lt;/a&gt;</a:t>
            </a:r>
          </a:p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Minh Pham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E122F-E120-417E-9631-33982A76A70E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4613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Minh Pham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E122F-E120-417E-9631-33982A76A70E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3176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990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22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868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7064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321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332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343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177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26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445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486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59DA2-08A4-4963-8756-EA5DA4951048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56723-4CBF-4F47-A964-D107D48E62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8656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F7A4D80-0BAE-ED0E-3A8B-33C33B40C8E9}"/>
              </a:ext>
            </a:extLst>
          </p:cNvPr>
          <p:cNvSpPr/>
          <p:nvPr/>
        </p:nvSpPr>
        <p:spPr>
          <a:xfrm>
            <a:off x="0" y="0"/>
            <a:ext cx="3196511" cy="3232706"/>
          </a:xfrm>
          <a:custGeom>
            <a:avLst/>
            <a:gdLst>
              <a:gd name="connsiteX0" fmla="*/ 0 w 3196511"/>
              <a:gd name="connsiteY0" fmla="*/ 0 h 3232706"/>
              <a:gd name="connsiteX1" fmla="*/ 2677834 w 3196511"/>
              <a:gd name="connsiteY1" fmla="*/ 0 h 3232706"/>
              <a:gd name="connsiteX2" fmla="*/ 2757562 w 3196511"/>
              <a:gd name="connsiteY2" fmla="*/ 87723 h 3232706"/>
              <a:gd name="connsiteX3" fmla="*/ 3196511 w 3196511"/>
              <a:gd name="connsiteY3" fmla="*/ 1310454 h 3232706"/>
              <a:gd name="connsiteX4" fmla="*/ 1274259 w 3196511"/>
              <a:gd name="connsiteY4" fmla="*/ 3232706 h 3232706"/>
              <a:gd name="connsiteX5" fmla="*/ 51528 w 3196511"/>
              <a:gd name="connsiteY5" fmla="*/ 2793757 h 3232706"/>
              <a:gd name="connsiteX6" fmla="*/ 0 w 3196511"/>
              <a:gd name="connsiteY6" fmla="*/ 2746925 h 3232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6511" h="3232706">
                <a:moveTo>
                  <a:pt x="0" y="0"/>
                </a:moveTo>
                <a:lnTo>
                  <a:pt x="2677834" y="0"/>
                </a:lnTo>
                <a:lnTo>
                  <a:pt x="2757562" y="87723"/>
                </a:lnTo>
                <a:cubicBezTo>
                  <a:pt x="3031783" y="420002"/>
                  <a:pt x="3196511" y="845991"/>
                  <a:pt x="3196511" y="1310454"/>
                </a:cubicBezTo>
                <a:cubicBezTo>
                  <a:pt x="3196511" y="2372084"/>
                  <a:pt x="2335889" y="3232706"/>
                  <a:pt x="1274259" y="3232706"/>
                </a:cubicBezTo>
                <a:cubicBezTo>
                  <a:pt x="809796" y="3232706"/>
                  <a:pt x="383807" y="3067978"/>
                  <a:pt x="51528" y="2793757"/>
                </a:cubicBezTo>
                <a:lnTo>
                  <a:pt x="0" y="2746925"/>
                </a:lnTo>
                <a:close/>
              </a:path>
            </a:pathLst>
          </a:custGeom>
          <a:noFill/>
          <a:ln>
            <a:solidFill>
              <a:schemeClr val="bg1">
                <a:lumMod val="75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07CF66E-E770-ED79-02E3-CCD8B934D440}"/>
              </a:ext>
            </a:extLst>
          </p:cNvPr>
          <p:cNvSpPr/>
          <p:nvPr/>
        </p:nvSpPr>
        <p:spPr>
          <a:xfrm>
            <a:off x="0" y="0"/>
            <a:ext cx="3202080" cy="2857861"/>
          </a:xfrm>
          <a:custGeom>
            <a:avLst/>
            <a:gdLst>
              <a:gd name="connsiteX0" fmla="*/ 0 w 3202080"/>
              <a:gd name="connsiteY0" fmla="*/ 0 h 2857861"/>
              <a:gd name="connsiteX1" fmla="*/ 2670338 w 3202080"/>
              <a:gd name="connsiteY1" fmla="*/ 0 h 2857861"/>
              <a:gd name="connsiteX2" fmla="*/ 2760641 w 3202080"/>
              <a:gd name="connsiteY2" fmla="*/ 99359 h 2857861"/>
              <a:gd name="connsiteX3" fmla="*/ 3202080 w 3202080"/>
              <a:gd name="connsiteY3" fmla="*/ 1329028 h 2857861"/>
              <a:gd name="connsiteX4" fmla="*/ 3050164 w 3202080"/>
              <a:gd name="connsiteY4" fmla="*/ 2081502 h 2857861"/>
              <a:gd name="connsiteX5" fmla="*/ 3004343 w 3202080"/>
              <a:gd name="connsiteY5" fmla="*/ 2165924 h 2857861"/>
              <a:gd name="connsiteX6" fmla="*/ 2900605 w 3202080"/>
              <a:gd name="connsiteY6" fmla="*/ 2291653 h 2857861"/>
              <a:gd name="connsiteX7" fmla="*/ 1533654 w 3202080"/>
              <a:gd name="connsiteY7" fmla="*/ 2857861 h 2857861"/>
              <a:gd name="connsiteX8" fmla="*/ 41934 w 3202080"/>
              <a:gd name="connsiteY8" fmla="*/ 2154371 h 2857861"/>
              <a:gd name="connsiteX9" fmla="*/ 0 w 3202080"/>
              <a:gd name="connsiteY9" fmla="*/ 2098294 h 285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02080" h="2857861">
                <a:moveTo>
                  <a:pt x="0" y="0"/>
                </a:moveTo>
                <a:lnTo>
                  <a:pt x="2670338" y="0"/>
                </a:lnTo>
                <a:lnTo>
                  <a:pt x="2760641" y="99359"/>
                </a:lnTo>
                <a:cubicBezTo>
                  <a:pt x="3036417" y="433523"/>
                  <a:pt x="3202080" y="861929"/>
                  <a:pt x="3202080" y="1329028"/>
                </a:cubicBezTo>
                <a:cubicBezTo>
                  <a:pt x="3202080" y="1595943"/>
                  <a:pt x="3147985" y="1850220"/>
                  <a:pt x="3050164" y="2081502"/>
                </a:cubicBezTo>
                <a:lnTo>
                  <a:pt x="3004343" y="2165924"/>
                </a:lnTo>
                <a:lnTo>
                  <a:pt x="2900605" y="2291653"/>
                </a:lnTo>
                <a:cubicBezTo>
                  <a:pt x="2550770" y="2641484"/>
                  <a:pt x="2067481" y="2857861"/>
                  <a:pt x="1533654" y="2857861"/>
                </a:cubicBezTo>
                <a:cubicBezTo>
                  <a:pt x="933098" y="2857861"/>
                  <a:pt x="396503" y="2584010"/>
                  <a:pt x="41934" y="2154371"/>
                </a:cubicBezTo>
                <a:lnTo>
                  <a:pt x="0" y="2098294"/>
                </a:lnTo>
                <a:close/>
              </a:path>
            </a:pathLst>
          </a:custGeom>
          <a:gradFill>
            <a:gsLst>
              <a:gs pos="0">
                <a:srgbClr val="1F55DE">
                  <a:alpha val="0"/>
                </a:srgbClr>
              </a:gs>
              <a:gs pos="100000">
                <a:srgbClr val="3EC973">
                  <a:alpha val="50000"/>
                </a:srgbClr>
              </a:gs>
            </a:gsLst>
            <a:lin ang="10800000" scaled="1"/>
          </a:gra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DB6421E-AF7E-5485-1E72-A030CF3E9315}"/>
              </a:ext>
            </a:extLst>
          </p:cNvPr>
          <p:cNvSpPr/>
          <p:nvPr/>
        </p:nvSpPr>
        <p:spPr>
          <a:xfrm>
            <a:off x="2670338" y="0"/>
            <a:ext cx="796475" cy="2165925"/>
          </a:xfrm>
          <a:custGeom>
            <a:avLst/>
            <a:gdLst>
              <a:gd name="connsiteX0" fmla="*/ 0 w 796475"/>
              <a:gd name="connsiteY0" fmla="*/ 0 h 2165925"/>
              <a:gd name="connsiteX1" fmla="*/ 561183 w 796475"/>
              <a:gd name="connsiteY1" fmla="*/ 0 h 2165925"/>
              <a:gd name="connsiteX2" fmla="*/ 563153 w 796475"/>
              <a:gd name="connsiteY2" fmla="*/ 3243 h 2165925"/>
              <a:gd name="connsiteX3" fmla="*/ 796475 w 796475"/>
              <a:gd name="connsiteY3" fmla="*/ 924702 h 2165925"/>
              <a:gd name="connsiteX4" fmla="*/ 466323 w 796475"/>
              <a:gd name="connsiteY4" fmla="*/ 2005551 h 2165925"/>
              <a:gd name="connsiteX5" fmla="*/ 334005 w 796475"/>
              <a:gd name="connsiteY5" fmla="*/ 2165925 h 2165925"/>
              <a:gd name="connsiteX6" fmla="*/ 379826 w 796475"/>
              <a:gd name="connsiteY6" fmla="*/ 2081503 h 2165925"/>
              <a:gd name="connsiteX7" fmla="*/ 531742 w 796475"/>
              <a:gd name="connsiteY7" fmla="*/ 1329029 h 2165925"/>
              <a:gd name="connsiteX8" fmla="*/ 90303 w 796475"/>
              <a:gd name="connsiteY8" fmla="*/ 99359 h 216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6475" h="2165925">
                <a:moveTo>
                  <a:pt x="0" y="0"/>
                </a:moveTo>
                <a:lnTo>
                  <a:pt x="561183" y="0"/>
                </a:lnTo>
                <a:lnTo>
                  <a:pt x="563153" y="3243"/>
                </a:lnTo>
                <a:cubicBezTo>
                  <a:pt x="711953" y="277159"/>
                  <a:pt x="796475" y="591060"/>
                  <a:pt x="796475" y="924702"/>
                </a:cubicBezTo>
                <a:cubicBezTo>
                  <a:pt x="796475" y="1325072"/>
                  <a:pt x="674763" y="1697018"/>
                  <a:pt x="466323" y="2005551"/>
                </a:cubicBezTo>
                <a:lnTo>
                  <a:pt x="334005" y="2165925"/>
                </a:lnTo>
                <a:lnTo>
                  <a:pt x="379826" y="2081503"/>
                </a:lnTo>
                <a:cubicBezTo>
                  <a:pt x="477647" y="1850221"/>
                  <a:pt x="531742" y="1595944"/>
                  <a:pt x="531742" y="1329029"/>
                </a:cubicBezTo>
                <a:cubicBezTo>
                  <a:pt x="531742" y="861930"/>
                  <a:pt x="366079" y="433523"/>
                  <a:pt x="90303" y="99359"/>
                </a:cubicBezTo>
                <a:close/>
              </a:path>
            </a:pathLst>
          </a:custGeom>
          <a:gradFill>
            <a:gsLst>
              <a:gs pos="0">
                <a:srgbClr val="1F55DE">
                  <a:alpha val="0"/>
                </a:srgbClr>
              </a:gs>
              <a:gs pos="100000">
                <a:srgbClr val="3EC973">
                  <a:alpha val="5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6395BF12-D2D1-FC80-FB80-A041EE87E0C8}"/>
              </a:ext>
            </a:extLst>
          </p:cNvPr>
          <p:cNvSpPr/>
          <p:nvPr/>
        </p:nvSpPr>
        <p:spPr>
          <a:xfrm>
            <a:off x="766916" y="5469713"/>
            <a:ext cx="6498886" cy="7198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1F55DE">
                  <a:alpha val="0"/>
                </a:srgbClr>
              </a:gs>
              <a:gs pos="100000">
                <a:srgbClr val="1F55DE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6B73C5-6707-D0C3-98FC-A51CFC5C5F4F}"/>
              </a:ext>
            </a:extLst>
          </p:cNvPr>
          <p:cNvCxnSpPr>
            <a:cxnSpLocks/>
          </p:cNvCxnSpPr>
          <p:nvPr/>
        </p:nvCxnSpPr>
        <p:spPr>
          <a:xfrm>
            <a:off x="3008466" y="5829635"/>
            <a:ext cx="37697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85AD4EA3-0BB5-ACED-D7DF-603DE69E0529}"/>
              </a:ext>
            </a:extLst>
          </p:cNvPr>
          <p:cNvSpPr/>
          <p:nvPr/>
        </p:nvSpPr>
        <p:spPr>
          <a:xfrm>
            <a:off x="6853084" y="400051"/>
            <a:ext cx="4572000" cy="645795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2D226-678C-9A17-21F9-E42A6034F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47" y="2730602"/>
            <a:ext cx="5329084" cy="25390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D" sz="4800" b="1" i="1" dirty="0"/>
              <a:t>MÁS ETIQUETAS E INTRODUCCIÓN A CSS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9293A-1653-5755-B812-F46EE013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7D3A-888D-42B2-A743-ECCEF02EFA39}" type="slidenum">
              <a:rPr lang="en-ID" smtClean="0"/>
              <a:t>1</a:t>
            </a:fld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A387AE-6E41-4C22-23CF-9671AABBADE0}"/>
              </a:ext>
            </a:extLst>
          </p:cNvPr>
          <p:cNvSpPr txBox="1"/>
          <p:nvPr/>
        </p:nvSpPr>
        <p:spPr>
          <a:xfrm>
            <a:off x="1016000" y="5644969"/>
            <a:ext cx="176526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i="1" dirty="0">
                <a:latin typeface="Segoe UI Light" panose="020B0502040204020203" pitchFamily="34" charset="0"/>
                <a:cs typeface="Segoe UI" panose="020B0502040204020203" pitchFamily="34" charset="0"/>
              </a:rPr>
              <a:t>Clase 3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2A74C91-7E0E-96CF-6A08-9C29A8467008}"/>
              </a:ext>
            </a:extLst>
          </p:cNvPr>
          <p:cNvSpPr/>
          <p:nvPr/>
        </p:nvSpPr>
        <p:spPr>
          <a:xfrm>
            <a:off x="11030916" y="552448"/>
            <a:ext cx="469081" cy="469081"/>
          </a:xfrm>
          <a:prstGeom prst="ellipse">
            <a:avLst/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Imagen 2" descr="Estructura de HTML: Etiquetas - Azul School">
            <a:extLst>
              <a:ext uri="{FF2B5EF4-FFF2-40B4-BE49-F238E27FC236}">
                <a16:creationId xmlns:a16="http://schemas.microsoft.com/office/drawing/2014/main" id="{E54E9C99-A946-457C-C248-3A01CA5F513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987751" y="846338"/>
            <a:ext cx="2286081" cy="2639174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1" name="Imagen 10" descr="Logo de CSS: la historia y el significado del logotipo, la marca y el  símbolo. | png, vector">
            <a:extLst>
              <a:ext uri="{FF2B5EF4-FFF2-40B4-BE49-F238E27FC236}">
                <a16:creationId xmlns:a16="http://schemas.microsoft.com/office/drawing/2014/main" id="{1BDE33F6-DB0D-A056-D3B6-E83FF84EE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154" y="3892367"/>
            <a:ext cx="4969273" cy="2815922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51671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350E55BD-6138-B35F-5709-18E95D0B4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826"/>
            <a:ext cx="12565294" cy="74529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B93D1-2537-21E1-0B2F-6A1D30CF4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7D3A-888D-42B2-A743-ECCEF02EFA39}" type="slidenum">
              <a:rPr lang="en-ID" smtClean="0">
                <a:solidFill>
                  <a:schemeClr val="tx1"/>
                </a:solidFill>
              </a:rPr>
              <a:pPr/>
              <a:t>2</a:t>
            </a:fld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7DEB0C-D2D7-E57E-E3CC-53EA7C30786D}"/>
              </a:ext>
            </a:extLst>
          </p:cNvPr>
          <p:cNvSpPr/>
          <p:nvPr/>
        </p:nvSpPr>
        <p:spPr>
          <a:xfrm>
            <a:off x="-1560068" y="-309589"/>
            <a:ext cx="14238377" cy="7167589"/>
          </a:xfrm>
          <a:prstGeom prst="rect">
            <a:avLst/>
          </a:prstGeom>
          <a:gradFill flip="none" rotWithShape="1">
            <a:gsLst>
              <a:gs pos="0">
                <a:srgbClr val="070712"/>
              </a:gs>
              <a:gs pos="70000">
                <a:srgbClr val="070712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BFC2E-8EC4-0206-B69E-4DBEF1415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350" y="365125"/>
            <a:ext cx="6353174" cy="987425"/>
          </a:xfrm>
        </p:spPr>
        <p:txBody>
          <a:bodyPr>
            <a:noAutofit/>
          </a:bodyPr>
          <a:lstStyle/>
          <a:p>
            <a:r>
              <a:rPr lang="en-US" sz="3600" b="1" dirty="0"/>
              <a:t>Pero antes, recordemos un poco de la </a:t>
            </a:r>
            <a:r>
              <a:rPr lang="en-US" sz="3600" b="1" dirty="0" err="1"/>
              <a:t>clase</a:t>
            </a:r>
            <a:r>
              <a:rPr lang="en-US" sz="3600" b="1" dirty="0"/>
              <a:t> anterior</a:t>
            </a:r>
            <a:endParaRPr lang="en-ID" sz="36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F992AF-19B8-6464-8D6C-A5A065D705C8}"/>
              </a:ext>
            </a:extLst>
          </p:cNvPr>
          <p:cNvSpPr/>
          <p:nvPr/>
        </p:nvSpPr>
        <p:spPr>
          <a:xfrm>
            <a:off x="5467350" y="1544788"/>
            <a:ext cx="583952" cy="583952"/>
          </a:xfrm>
          <a:prstGeom prst="ellipse">
            <a:avLst/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01</a:t>
            </a:r>
            <a:endParaRPr lang="en-ID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94BB03-EFC3-9FC8-A5B1-063B6DCB89BE}"/>
              </a:ext>
            </a:extLst>
          </p:cNvPr>
          <p:cNvSpPr txBox="1"/>
          <p:nvPr/>
        </p:nvSpPr>
        <p:spPr>
          <a:xfrm>
            <a:off x="6257925" y="1544787"/>
            <a:ext cx="5562600" cy="5839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endParaRPr lang="en-US" dirty="0">
              <a:latin typeface="Segoe UI Light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297ADB-CD42-8023-E7A6-21AC62011492}"/>
              </a:ext>
            </a:extLst>
          </p:cNvPr>
          <p:cNvSpPr/>
          <p:nvPr/>
        </p:nvSpPr>
        <p:spPr>
          <a:xfrm>
            <a:off x="5467350" y="2351863"/>
            <a:ext cx="583952" cy="583952"/>
          </a:xfrm>
          <a:prstGeom prst="ellipse">
            <a:avLst/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  <a:endParaRPr lang="en-ID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CB2F71-B41D-099F-FA4F-A638820BA5A9}"/>
              </a:ext>
            </a:extLst>
          </p:cNvPr>
          <p:cNvSpPr txBox="1"/>
          <p:nvPr/>
        </p:nvSpPr>
        <p:spPr>
          <a:xfrm>
            <a:off x="6257925" y="2351862"/>
            <a:ext cx="5562600" cy="5839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endParaRPr lang="en-US" dirty="0">
              <a:latin typeface="Segoe UI Light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26911F-1978-61DB-CD31-9106149E385D}"/>
              </a:ext>
            </a:extLst>
          </p:cNvPr>
          <p:cNvSpPr/>
          <p:nvPr/>
        </p:nvSpPr>
        <p:spPr>
          <a:xfrm>
            <a:off x="5467350" y="3158938"/>
            <a:ext cx="583952" cy="583952"/>
          </a:xfrm>
          <a:prstGeom prst="ellipse">
            <a:avLst/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03</a:t>
            </a:r>
            <a:endParaRPr lang="en-ID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787AE7-C895-B952-87DD-C9F3BC10F2B0}"/>
              </a:ext>
            </a:extLst>
          </p:cNvPr>
          <p:cNvSpPr txBox="1"/>
          <p:nvPr/>
        </p:nvSpPr>
        <p:spPr>
          <a:xfrm>
            <a:off x="6257925" y="3158937"/>
            <a:ext cx="5562600" cy="5839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endParaRPr lang="en-US" dirty="0">
              <a:latin typeface="Segoe UI Light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7EEB25-BC8A-1038-C598-E21F93067040}"/>
              </a:ext>
            </a:extLst>
          </p:cNvPr>
          <p:cNvSpPr/>
          <p:nvPr/>
        </p:nvSpPr>
        <p:spPr>
          <a:xfrm>
            <a:off x="5467350" y="3966013"/>
            <a:ext cx="583952" cy="583952"/>
          </a:xfrm>
          <a:prstGeom prst="ellipse">
            <a:avLst/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04</a:t>
            </a:r>
            <a:endParaRPr lang="en-ID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A01195-4B44-4699-8820-4C5705F90780}"/>
              </a:ext>
            </a:extLst>
          </p:cNvPr>
          <p:cNvSpPr txBox="1"/>
          <p:nvPr/>
        </p:nvSpPr>
        <p:spPr>
          <a:xfrm>
            <a:off x="6257925" y="3966012"/>
            <a:ext cx="5562600" cy="5839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endParaRPr lang="en-US" dirty="0">
              <a:latin typeface="Segoe UI Light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E9687A-BB00-C356-B5AE-9382410499DE}"/>
              </a:ext>
            </a:extLst>
          </p:cNvPr>
          <p:cNvSpPr/>
          <p:nvPr/>
        </p:nvSpPr>
        <p:spPr>
          <a:xfrm>
            <a:off x="5467350" y="4773088"/>
            <a:ext cx="583952" cy="583952"/>
          </a:xfrm>
          <a:prstGeom prst="ellipse">
            <a:avLst/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05</a:t>
            </a:r>
            <a:endParaRPr lang="en-ID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5F56C6-5554-A074-B3C3-7071EC3557A3}"/>
              </a:ext>
            </a:extLst>
          </p:cNvPr>
          <p:cNvSpPr txBox="1"/>
          <p:nvPr/>
        </p:nvSpPr>
        <p:spPr>
          <a:xfrm>
            <a:off x="6257925" y="4773087"/>
            <a:ext cx="5562600" cy="5839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endParaRPr lang="en-US" dirty="0">
              <a:latin typeface="Segoe UI Light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EBAAB15-CA63-8EC5-84F8-8016F5536222}"/>
              </a:ext>
            </a:extLst>
          </p:cNvPr>
          <p:cNvSpPr/>
          <p:nvPr/>
        </p:nvSpPr>
        <p:spPr>
          <a:xfrm>
            <a:off x="5467350" y="5580161"/>
            <a:ext cx="583952" cy="583952"/>
          </a:xfrm>
          <a:prstGeom prst="ellipse">
            <a:avLst/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06</a:t>
            </a:r>
            <a:endParaRPr lang="en-ID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28FDBE-7FD5-3886-4F47-8CF135FA06D8}"/>
              </a:ext>
            </a:extLst>
          </p:cNvPr>
          <p:cNvSpPr txBox="1"/>
          <p:nvPr/>
        </p:nvSpPr>
        <p:spPr>
          <a:xfrm>
            <a:off x="6257925" y="5580160"/>
            <a:ext cx="5562600" cy="5839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endParaRPr lang="en-US" dirty="0">
              <a:latin typeface="Segoe UI Light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958081F-0DEE-2381-F020-6B0A7B8143B0}"/>
              </a:ext>
            </a:extLst>
          </p:cNvPr>
          <p:cNvGrpSpPr/>
          <p:nvPr/>
        </p:nvGrpSpPr>
        <p:grpSpPr>
          <a:xfrm>
            <a:off x="6305550" y="2240301"/>
            <a:ext cx="5514974" cy="3228299"/>
            <a:chOff x="6305550" y="2240301"/>
            <a:chExt cx="4905375" cy="3228299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F2BC928-36D8-C6B9-6304-F592CF208956}"/>
                </a:ext>
              </a:extLst>
            </p:cNvPr>
            <p:cNvCxnSpPr/>
            <p:nvPr/>
          </p:nvCxnSpPr>
          <p:spPr>
            <a:xfrm>
              <a:off x="6305550" y="2240301"/>
              <a:ext cx="490537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1F55DE">
                      <a:alpha val="91000"/>
                    </a:srgbClr>
                  </a:gs>
                  <a:gs pos="100000">
                    <a:srgbClr val="1F55DE">
                      <a:alpha val="1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A3D718-9722-AF6B-BC02-212B6538A220}"/>
                </a:ext>
              </a:extLst>
            </p:cNvPr>
            <p:cNvCxnSpPr/>
            <p:nvPr/>
          </p:nvCxnSpPr>
          <p:spPr>
            <a:xfrm>
              <a:off x="6305550" y="3047376"/>
              <a:ext cx="490537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1F55DE">
                      <a:alpha val="91000"/>
                    </a:srgbClr>
                  </a:gs>
                  <a:gs pos="100000">
                    <a:srgbClr val="1F55DE">
                      <a:alpha val="1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9F0FA1-0060-AA18-657F-2311674810BD}"/>
                </a:ext>
              </a:extLst>
            </p:cNvPr>
            <p:cNvCxnSpPr/>
            <p:nvPr/>
          </p:nvCxnSpPr>
          <p:spPr>
            <a:xfrm>
              <a:off x="6305550" y="3854451"/>
              <a:ext cx="490537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1F55DE">
                      <a:alpha val="91000"/>
                    </a:srgbClr>
                  </a:gs>
                  <a:gs pos="100000">
                    <a:srgbClr val="1F55DE">
                      <a:alpha val="1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811AD83-AFD2-DE88-DF00-1269313F88A8}"/>
                </a:ext>
              </a:extLst>
            </p:cNvPr>
            <p:cNvCxnSpPr/>
            <p:nvPr/>
          </p:nvCxnSpPr>
          <p:spPr>
            <a:xfrm>
              <a:off x="6305550" y="4661526"/>
              <a:ext cx="490537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1F55DE">
                      <a:alpha val="91000"/>
                    </a:srgbClr>
                  </a:gs>
                  <a:gs pos="100000">
                    <a:srgbClr val="1F55DE">
                      <a:alpha val="1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7DC77B3-ADD0-E24B-8379-F32F664B9330}"/>
                </a:ext>
              </a:extLst>
            </p:cNvPr>
            <p:cNvCxnSpPr/>
            <p:nvPr/>
          </p:nvCxnSpPr>
          <p:spPr>
            <a:xfrm>
              <a:off x="6305550" y="5468600"/>
              <a:ext cx="490537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1F55DE">
                      <a:alpha val="91000"/>
                    </a:srgbClr>
                  </a:gs>
                  <a:gs pos="100000">
                    <a:srgbClr val="1F55DE">
                      <a:alpha val="1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9871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D226-678C-9A17-21F9-E42A6034F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6204" y="3424992"/>
            <a:ext cx="10719592" cy="22108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D" sz="7200" b="1" i="1" dirty="0"/>
              <a:t>¿SÓLO EXISTEN ESAS ETIQUETAS?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2A74C91-7E0E-96CF-6A08-9C29A8467008}"/>
              </a:ext>
            </a:extLst>
          </p:cNvPr>
          <p:cNvSpPr/>
          <p:nvPr/>
        </p:nvSpPr>
        <p:spPr>
          <a:xfrm>
            <a:off x="1528100" y="2789346"/>
            <a:ext cx="469081" cy="469081"/>
          </a:xfrm>
          <a:prstGeom prst="ellipse">
            <a:avLst/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pic>
        <p:nvPicPr>
          <p:cNvPr id="3" name="Imagen 2" descr="Etiquetas ... , Curso Práctico HTML5 | Aprendoencasa">
            <a:extLst>
              <a:ext uri="{FF2B5EF4-FFF2-40B4-BE49-F238E27FC236}">
                <a16:creationId xmlns:a16="http://schemas.microsoft.com/office/drawing/2014/main" id="{ED4D8867-4F48-C8E3-EE97-E1B0CA65B7F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t="37800" b="11175"/>
          <a:stretch>
            <a:fillRect/>
          </a:stretch>
        </p:blipFill>
        <p:spPr>
          <a:xfrm>
            <a:off x="0" y="-10123"/>
            <a:ext cx="12192000" cy="263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07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picture containing text, indoor, several&#10;&#10;Description automatically generated">
            <a:extLst>
              <a:ext uri="{FF2B5EF4-FFF2-40B4-BE49-F238E27FC236}">
                <a16:creationId xmlns:a16="http://schemas.microsoft.com/office/drawing/2014/main" id="{DBC85825-72D7-30D1-6205-699A7F7C0C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22" y="0"/>
            <a:ext cx="10287957" cy="6858000"/>
          </a:xfrm>
          <a:prstGeom prst="rect">
            <a:avLst/>
          </a:prstGeom>
        </p:spPr>
      </p:pic>
      <p:sp>
        <p:nvSpPr>
          <p:cNvPr id="56" name="Rectangle: Top Corners Rounded 55">
            <a:extLst>
              <a:ext uri="{FF2B5EF4-FFF2-40B4-BE49-F238E27FC236}">
                <a16:creationId xmlns:a16="http://schemas.microsoft.com/office/drawing/2014/main" id="{2D7A505C-11CA-5651-8205-BAEE7F38BE4F}"/>
              </a:ext>
            </a:extLst>
          </p:cNvPr>
          <p:cNvSpPr/>
          <p:nvPr/>
        </p:nvSpPr>
        <p:spPr>
          <a:xfrm rot="5400000">
            <a:off x="903287" y="1299465"/>
            <a:ext cx="3851852" cy="565842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52CC0-A83D-334A-2E00-7C24EA2A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¿POR QUÉ SE VEN TAN BÁSICAS?</a:t>
            </a:r>
            <a:endParaRPr lang="en-ID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7CEB9-70A6-FC04-701D-93982D09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7D3A-888D-42B2-A743-ECCEF02EFA39}" type="slidenum">
              <a:rPr lang="en-ID" smtClean="0">
                <a:solidFill>
                  <a:schemeClr val="tx1"/>
                </a:solidFill>
              </a:rPr>
              <a:pPr/>
              <a:t>4</a:t>
            </a:fld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68" name="Arc 67">
            <a:extLst>
              <a:ext uri="{FF2B5EF4-FFF2-40B4-BE49-F238E27FC236}">
                <a16:creationId xmlns:a16="http://schemas.microsoft.com/office/drawing/2014/main" id="{0351A891-2705-5D06-2213-972E47E3CCA5}"/>
              </a:ext>
            </a:extLst>
          </p:cNvPr>
          <p:cNvSpPr/>
          <p:nvPr/>
        </p:nvSpPr>
        <p:spPr>
          <a:xfrm>
            <a:off x="792559" y="1270698"/>
            <a:ext cx="5774627" cy="5774627"/>
          </a:xfrm>
          <a:prstGeom prst="arc">
            <a:avLst>
              <a:gd name="adj1" fmla="val 16200000"/>
              <a:gd name="adj2" fmla="val 2654297"/>
            </a:avLst>
          </a:prstGeom>
          <a:ln>
            <a:gradFill>
              <a:gsLst>
                <a:gs pos="0">
                  <a:srgbClr val="070712"/>
                </a:gs>
                <a:gs pos="68000">
                  <a:srgbClr val="1F55DE"/>
                </a:gs>
                <a:gs pos="6000">
                  <a:srgbClr val="1F55DE"/>
                </a:gs>
                <a:gs pos="100000">
                  <a:srgbClr val="07071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FEA52C4-FEE4-31F4-B1E6-0F6A88862A38}"/>
              </a:ext>
            </a:extLst>
          </p:cNvPr>
          <p:cNvGrpSpPr/>
          <p:nvPr/>
        </p:nvGrpSpPr>
        <p:grpSpPr>
          <a:xfrm>
            <a:off x="5009124" y="1270698"/>
            <a:ext cx="984148" cy="984150"/>
            <a:chOff x="4646011" y="1193746"/>
            <a:chExt cx="984148" cy="98415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38FA612-4466-615F-B20E-3A78A160C96A}"/>
                </a:ext>
              </a:extLst>
            </p:cNvPr>
            <p:cNvSpPr/>
            <p:nvPr/>
          </p:nvSpPr>
          <p:spPr>
            <a:xfrm rot="5400000">
              <a:off x="4646010" y="1193747"/>
              <a:ext cx="984150" cy="984148"/>
            </a:xfrm>
            <a:prstGeom prst="ellipse">
              <a:avLst/>
            </a:prstGeom>
            <a:gradFill flip="none" rotWithShape="1">
              <a:gsLst>
                <a:gs pos="48000">
                  <a:srgbClr val="1F55DE">
                    <a:alpha val="40000"/>
                  </a:srgbClr>
                </a:gs>
                <a:gs pos="99000">
                  <a:srgbClr val="1F55DE">
                    <a:alpha val="0"/>
                  </a:srgb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46100" dist="254000" dir="2700000" sx="102000" sy="102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20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DB44FCE-8FFA-9E6D-852E-AB167B4174C8}"/>
                </a:ext>
              </a:extLst>
            </p:cNvPr>
            <p:cNvSpPr/>
            <p:nvPr/>
          </p:nvSpPr>
          <p:spPr>
            <a:xfrm rot="5400000">
              <a:off x="4815439" y="1363176"/>
              <a:ext cx="645292" cy="645291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546100" dist="254000" dir="2700000" sx="102000" sy="102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200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0E8E2EB-E4E9-5F74-7BCD-7AAB4B3D1855}"/>
              </a:ext>
            </a:extLst>
          </p:cNvPr>
          <p:cNvGrpSpPr/>
          <p:nvPr/>
        </p:nvGrpSpPr>
        <p:grpSpPr>
          <a:xfrm>
            <a:off x="5799098" y="4943018"/>
            <a:ext cx="984148" cy="984150"/>
            <a:chOff x="5752466" y="4096532"/>
            <a:chExt cx="984148" cy="98415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0291F17-EF65-E055-73EA-827504C28C6B}"/>
                </a:ext>
              </a:extLst>
            </p:cNvPr>
            <p:cNvSpPr/>
            <p:nvPr/>
          </p:nvSpPr>
          <p:spPr>
            <a:xfrm rot="5400000">
              <a:off x="5752465" y="4096533"/>
              <a:ext cx="984150" cy="984148"/>
            </a:xfrm>
            <a:prstGeom prst="ellipse">
              <a:avLst/>
            </a:prstGeom>
            <a:gradFill flip="none" rotWithShape="1">
              <a:gsLst>
                <a:gs pos="48000">
                  <a:srgbClr val="1F55DE">
                    <a:alpha val="40000"/>
                  </a:srgbClr>
                </a:gs>
                <a:gs pos="99000">
                  <a:srgbClr val="1F55DE">
                    <a:alpha val="0"/>
                  </a:srgb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46100" dist="254000" dir="2700000" sx="102000" sy="102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20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AD01145-929D-3E46-49B1-1935FFDDDF7B}"/>
                </a:ext>
              </a:extLst>
            </p:cNvPr>
            <p:cNvSpPr/>
            <p:nvPr/>
          </p:nvSpPr>
          <p:spPr>
            <a:xfrm rot="5400000">
              <a:off x="5921894" y="4265962"/>
              <a:ext cx="645292" cy="645291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546100" dist="254000" dir="2700000" sx="102000" sy="102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200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E541319-1BAC-8474-C08E-9B67390D6DA1}"/>
              </a:ext>
            </a:extLst>
          </p:cNvPr>
          <p:cNvGrpSpPr/>
          <p:nvPr/>
        </p:nvGrpSpPr>
        <p:grpSpPr>
          <a:xfrm>
            <a:off x="5968526" y="3028891"/>
            <a:ext cx="984148" cy="984150"/>
            <a:chOff x="5686060" y="2614279"/>
            <a:chExt cx="984148" cy="98415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7C5054E-2B5F-0C99-7F0B-D733729A4882}"/>
                </a:ext>
              </a:extLst>
            </p:cNvPr>
            <p:cNvSpPr/>
            <p:nvPr/>
          </p:nvSpPr>
          <p:spPr>
            <a:xfrm rot="5400000">
              <a:off x="5686059" y="2614280"/>
              <a:ext cx="984150" cy="984148"/>
            </a:xfrm>
            <a:prstGeom prst="ellipse">
              <a:avLst/>
            </a:prstGeom>
            <a:gradFill flip="none" rotWithShape="1">
              <a:gsLst>
                <a:gs pos="48000">
                  <a:srgbClr val="1F55DE">
                    <a:alpha val="40000"/>
                  </a:srgbClr>
                </a:gs>
                <a:gs pos="99000">
                  <a:srgbClr val="1F55DE">
                    <a:alpha val="0"/>
                  </a:srgb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46100" dist="254000" dir="2700000" sx="102000" sy="102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20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CFBB114-5829-E427-3346-E9192B7B9FBA}"/>
                </a:ext>
              </a:extLst>
            </p:cNvPr>
            <p:cNvSpPr/>
            <p:nvPr/>
          </p:nvSpPr>
          <p:spPr>
            <a:xfrm rot="5400000">
              <a:off x="5855488" y="2783709"/>
              <a:ext cx="645292" cy="645291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546100" dist="254000" dir="2700000" sx="102000" sy="102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20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97237F9C-D17D-8389-3700-DFEB72462298}"/>
              </a:ext>
            </a:extLst>
          </p:cNvPr>
          <p:cNvSpPr/>
          <p:nvPr/>
        </p:nvSpPr>
        <p:spPr>
          <a:xfrm>
            <a:off x="6217957" y="1270698"/>
            <a:ext cx="5554943" cy="102733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1F55DE">
                  <a:alpha val="0"/>
                </a:srgbClr>
              </a:gs>
              <a:gs pos="100000">
                <a:srgbClr val="1F55DE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Rounded Rectangle 6">
            <a:extLst>
              <a:ext uri="{FF2B5EF4-FFF2-40B4-BE49-F238E27FC236}">
                <a16:creationId xmlns:a16="http://schemas.microsoft.com/office/drawing/2014/main" id="{6B6E7F08-484F-5B73-D2E2-B3BA3735EE88}"/>
              </a:ext>
            </a:extLst>
          </p:cNvPr>
          <p:cNvSpPr/>
          <p:nvPr/>
        </p:nvSpPr>
        <p:spPr>
          <a:xfrm>
            <a:off x="7122102" y="2985704"/>
            <a:ext cx="4698423" cy="102733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1F55DE">
                  <a:alpha val="0"/>
                </a:srgbClr>
              </a:gs>
              <a:gs pos="100000">
                <a:srgbClr val="1F55DE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Rounded Rectangle 6">
            <a:extLst>
              <a:ext uri="{FF2B5EF4-FFF2-40B4-BE49-F238E27FC236}">
                <a16:creationId xmlns:a16="http://schemas.microsoft.com/office/drawing/2014/main" id="{F65E7864-CFE9-5058-E6A1-4EBC3DC7D093}"/>
              </a:ext>
            </a:extLst>
          </p:cNvPr>
          <p:cNvSpPr/>
          <p:nvPr/>
        </p:nvSpPr>
        <p:spPr>
          <a:xfrm>
            <a:off x="6940645" y="4899831"/>
            <a:ext cx="4879880" cy="102733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1F55DE">
                  <a:alpha val="0"/>
                </a:srgbClr>
              </a:gs>
              <a:gs pos="100000">
                <a:srgbClr val="1F55DE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9BADF9C4-B531-297F-E937-A57C81252154}"/>
              </a:ext>
            </a:extLst>
          </p:cNvPr>
          <p:cNvSpPr txBox="1">
            <a:spLocks/>
          </p:cNvSpPr>
          <p:nvPr/>
        </p:nvSpPr>
        <p:spPr>
          <a:xfrm>
            <a:off x="6647361" y="1292291"/>
            <a:ext cx="4034494" cy="98415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Las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etiquetas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por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si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mismas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se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utilizan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dar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estructura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una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página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web.</a:t>
            </a:r>
            <a:endParaRPr lang="en-US" sz="16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F8E49B1-8AAE-D198-FEBA-BE5FF6C5A16A}"/>
              </a:ext>
            </a:extLst>
          </p:cNvPr>
          <p:cNvSpPr txBox="1">
            <a:spLocks/>
          </p:cNvSpPr>
          <p:nvPr/>
        </p:nvSpPr>
        <p:spPr>
          <a:xfrm>
            <a:off x="7515583" y="3007297"/>
            <a:ext cx="4034494" cy="98415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Estan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diseñadas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ser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ordenadas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más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que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bonitas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21D43659-6E1E-A3C5-6C6B-94C8ACDB326D}"/>
              </a:ext>
            </a:extLst>
          </p:cNvPr>
          <p:cNvSpPr txBox="1">
            <a:spLocks/>
          </p:cNvSpPr>
          <p:nvPr/>
        </p:nvSpPr>
        <p:spPr>
          <a:xfrm>
            <a:off x="7374913" y="4921424"/>
            <a:ext cx="4034494" cy="98415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Es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como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una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casa sin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aplanar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ni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amueblar</a:t>
            </a: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9565280-2FD0-ADBC-E280-88B611FF21FE}"/>
              </a:ext>
            </a:extLst>
          </p:cNvPr>
          <p:cNvCxnSpPr>
            <a:cxnSpLocks/>
          </p:cNvCxnSpPr>
          <p:nvPr/>
        </p:nvCxnSpPr>
        <p:spPr>
          <a:xfrm>
            <a:off x="7242220" y="2641869"/>
            <a:ext cx="3997758" cy="0"/>
          </a:xfrm>
          <a:prstGeom prst="line">
            <a:avLst/>
          </a:prstGeom>
          <a:ln>
            <a:gradFill flip="none" rotWithShape="1">
              <a:gsLst>
                <a:gs pos="0">
                  <a:srgbClr val="1F55DE">
                    <a:alpha val="91000"/>
                  </a:srgbClr>
                </a:gs>
                <a:gs pos="100000">
                  <a:srgbClr val="1F55DE">
                    <a:alpha val="1000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43116D4-4CD3-D9EB-7F0C-7AF07A0604C4}"/>
              </a:ext>
            </a:extLst>
          </p:cNvPr>
          <p:cNvCxnSpPr>
            <a:cxnSpLocks/>
          </p:cNvCxnSpPr>
          <p:nvPr/>
        </p:nvCxnSpPr>
        <p:spPr>
          <a:xfrm>
            <a:off x="7242220" y="4456436"/>
            <a:ext cx="3997758" cy="0"/>
          </a:xfrm>
          <a:prstGeom prst="line">
            <a:avLst/>
          </a:prstGeom>
          <a:ln>
            <a:gradFill flip="none" rotWithShape="1">
              <a:gsLst>
                <a:gs pos="0">
                  <a:srgbClr val="1F55DE">
                    <a:alpha val="91000"/>
                  </a:srgbClr>
                </a:gs>
                <a:gs pos="100000">
                  <a:srgbClr val="1F55DE">
                    <a:alpha val="1000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15C0C7EA-AA55-D853-BBF8-D09E74BFE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24" y="2657592"/>
            <a:ext cx="4512518" cy="2893362"/>
          </a:xfrm>
          <a:prstGeom prst="rect">
            <a:avLst/>
          </a:prstGeom>
        </p:spPr>
      </p:pic>
      <p:sp>
        <p:nvSpPr>
          <p:cNvPr id="85" name="Oval 84">
            <a:extLst>
              <a:ext uri="{FF2B5EF4-FFF2-40B4-BE49-F238E27FC236}">
                <a16:creationId xmlns:a16="http://schemas.microsoft.com/office/drawing/2014/main" id="{8128C84F-5549-3AFE-7E81-0901092E61E5}"/>
              </a:ext>
            </a:extLst>
          </p:cNvPr>
          <p:cNvSpPr/>
          <p:nvPr/>
        </p:nvSpPr>
        <p:spPr>
          <a:xfrm>
            <a:off x="4361101" y="1807760"/>
            <a:ext cx="307529" cy="307529"/>
          </a:xfrm>
          <a:prstGeom prst="ellipse">
            <a:avLst/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867AD66-E0A7-0055-F841-8A318A769180}"/>
              </a:ext>
            </a:extLst>
          </p:cNvPr>
          <p:cNvGrpSpPr/>
          <p:nvPr/>
        </p:nvGrpSpPr>
        <p:grpSpPr>
          <a:xfrm>
            <a:off x="5335304" y="1596086"/>
            <a:ext cx="331788" cy="333375"/>
            <a:chOff x="7032625" y="3619500"/>
            <a:chExt cx="331788" cy="333375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AECDAF0-20CD-B9DB-0E8D-691AB294B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2625" y="3619500"/>
              <a:ext cx="331788" cy="333375"/>
            </a:xfrm>
            <a:prstGeom prst="ellips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AD476B26-D0BE-D6AE-5B81-FC19CD20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1050" y="3717925"/>
              <a:ext cx="134938" cy="136525"/>
            </a:xfrm>
            <a:prstGeom prst="ellips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AF3DA15-FC79-94C1-72C4-2CD88D9A5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9150" y="3756025"/>
              <a:ext cx="58738" cy="60325"/>
            </a:xfrm>
            <a:prstGeom prst="ellips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4" name="Line 49">
              <a:extLst>
                <a:ext uri="{FF2B5EF4-FFF2-40B4-BE49-F238E27FC236}">
                  <a16:creationId xmlns:a16="http://schemas.microsoft.com/office/drawing/2014/main" id="{60ABE767-5BFF-5FF8-0F8A-2C47ECCC5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2625" y="3786188"/>
              <a:ext cx="98425" cy="0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5" name="Line 50">
              <a:extLst>
                <a:ext uri="{FF2B5EF4-FFF2-40B4-BE49-F238E27FC236}">
                  <a16:creationId xmlns:a16="http://schemas.microsoft.com/office/drawing/2014/main" id="{833E2749-6A4D-EF7D-1637-F00C5C12C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5988" y="3786188"/>
              <a:ext cx="98425" cy="0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0D73469-2577-6120-E3F2-175C6A68CD74}"/>
              </a:ext>
            </a:extLst>
          </p:cNvPr>
          <p:cNvGrpSpPr/>
          <p:nvPr/>
        </p:nvGrpSpPr>
        <p:grpSpPr>
          <a:xfrm>
            <a:off x="6288356" y="3340785"/>
            <a:ext cx="344488" cy="360363"/>
            <a:chOff x="4870450" y="3600450"/>
            <a:chExt cx="344488" cy="360363"/>
          </a:xfrm>
        </p:grpSpPr>
        <p:sp>
          <p:nvSpPr>
            <p:cNvPr id="97" name="Freeform 122">
              <a:extLst>
                <a:ext uri="{FF2B5EF4-FFF2-40B4-BE49-F238E27FC236}">
                  <a16:creationId xmlns:a16="http://schemas.microsoft.com/office/drawing/2014/main" id="{8B71A000-C323-004F-D51E-9B2795C17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0450" y="3808413"/>
              <a:ext cx="344488" cy="152400"/>
            </a:xfrm>
            <a:custGeom>
              <a:avLst/>
              <a:gdLst>
                <a:gd name="T0" fmla="*/ 72 w 92"/>
                <a:gd name="T1" fmla="*/ 0 h 40"/>
                <a:gd name="T2" fmla="*/ 58 w 92"/>
                <a:gd name="T3" fmla="*/ 6 h 40"/>
                <a:gd name="T4" fmla="*/ 34 w 92"/>
                <a:gd name="T5" fmla="*/ 6 h 40"/>
                <a:gd name="T6" fmla="*/ 20 w 92"/>
                <a:gd name="T7" fmla="*/ 0 h 40"/>
                <a:gd name="T8" fmla="*/ 0 w 92"/>
                <a:gd name="T9" fmla="*/ 20 h 40"/>
                <a:gd name="T10" fmla="*/ 20 w 92"/>
                <a:gd name="T11" fmla="*/ 40 h 40"/>
                <a:gd name="T12" fmla="*/ 34 w 92"/>
                <a:gd name="T13" fmla="*/ 34 h 40"/>
                <a:gd name="T14" fmla="*/ 58 w 92"/>
                <a:gd name="T15" fmla="*/ 34 h 40"/>
                <a:gd name="T16" fmla="*/ 72 w 92"/>
                <a:gd name="T17" fmla="*/ 40 h 40"/>
                <a:gd name="T18" fmla="*/ 92 w 92"/>
                <a:gd name="T19" fmla="*/ 20 h 40"/>
                <a:gd name="T20" fmla="*/ 72 w 92"/>
                <a:gd name="T2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40">
                  <a:moveTo>
                    <a:pt x="72" y="0"/>
                  </a:moveTo>
                  <a:cubicBezTo>
                    <a:pt x="66" y="0"/>
                    <a:pt x="61" y="2"/>
                    <a:pt x="58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1" y="2"/>
                    <a:pt x="26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26" y="40"/>
                    <a:pt x="31" y="38"/>
                    <a:pt x="34" y="34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61" y="38"/>
                    <a:pt x="66" y="40"/>
                    <a:pt x="72" y="40"/>
                  </a:cubicBezTo>
                  <a:cubicBezTo>
                    <a:pt x="83" y="40"/>
                    <a:pt x="92" y="31"/>
                    <a:pt x="92" y="20"/>
                  </a:cubicBezTo>
                  <a:cubicBezTo>
                    <a:pt x="92" y="9"/>
                    <a:pt x="83" y="0"/>
                    <a:pt x="72" y="0"/>
                  </a:cubicBez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8" name="Freeform 123">
              <a:extLst>
                <a:ext uri="{FF2B5EF4-FFF2-40B4-BE49-F238E27FC236}">
                  <a16:creationId xmlns:a16="http://schemas.microsoft.com/office/drawing/2014/main" id="{CD201769-D971-CCCD-D9D9-3F3731A81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2388" y="3846513"/>
              <a:ext cx="15875" cy="14288"/>
            </a:xfrm>
            <a:custGeom>
              <a:avLst/>
              <a:gdLst>
                <a:gd name="T0" fmla="*/ 3 w 4"/>
                <a:gd name="T1" fmla="*/ 3 h 4"/>
                <a:gd name="T2" fmla="*/ 1 w 4"/>
                <a:gd name="T3" fmla="*/ 3 h 4"/>
                <a:gd name="T4" fmla="*/ 1 w 4"/>
                <a:gd name="T5" fmla="*/ 1 h 4"/>
                <a:gd name="T6" fmla="*/ 3 w 4"/>
                <a:gd name="T7" fmla="*/ 1 h 4"/>
                <a:gd name="T8" fmla="*/ 3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3" y="4"/>
                    <a:pt x="1" y="4"/>
                    <a:pt x="1" y="3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1" y="0"/>
                    <a:pt x="3" y="0"/>
                    <a:pt x="3" y="1"/>
                  </a:cubicBezTo>
                  <a:cubicBezTo>
                    <a:pt x="4" y="1"/>
                    <a:pt x="4" y="3"/>
                    <a:pt x="3" y="3"/>
                  </a:cubicBez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9" name="Freeform 124">
              <a:extLst>
                <a:ext uri="{FF2B5EF4-FFF2-40B4-BE49-F238E27FC236}">
                  <a16:creationId xmlns:a16="http://schemas.microsoft.com/office/drawing/2014/main" id="{52E41721-1F92-72BD-9A20-0D3DD5DBB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2550" y="3876675"/>
              <a:ext cx="15875" cy="15875"/>
            </a:xfrm>
            <a:custGeom>
              <a:avLst/>
              <a:gdLst>
                <a:gd name="T0" fmla="*/ 3 w 4"/>
                <a:gd name="T1" fmla="*/ 3 h 4"/>
                <a:gd name="T2" fmla="*/ 1 w 4"/>
                <a:gd name="T3" fmla="*/ 3 h 4"/>
                <a:gd name="T4" fmla="*/ 1 w 4"/>
                <a:gd name="T5" fmla="*/ 1 h 4"/>
                <a:gd name="T6" fmla="*/ 3 w 4"/>
                <a:gd name="T7" fmla="*/ 1 h 4"/>
                <a:gd name="T8" fmla="*/ 3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3" y="4"/>
                    <a:pt x="1" y="4"/>
                    <a:pt x="1" y="3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1" y="0"/>
                    <a:pt x="3" y="0"/>
                    <a:pt x="3" y="1"/>
                  </a:cubicBezTo>
                  <a:cubicBezTo>
                    <a:pt x="4" y="1"/>
                    <a:pt x="4" y="3"/>
                    <a:pt x="3" y="3"/>
                  </a:cubicBez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0" name="Freeform 125">
              <a:extLst>
                <a:ext uri="{FF2B5EF4-FFF2-40B4-BE49-F238E27FC236}">
                  <a16:creationId xmlns:a16="http://schemas.microsoft.com/office/drawing/2014/main" id="{10E61D37-BE8D-1D71-EF48-EF3ABC7F4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225" y="3876675"/>
              <a:ext cx="15875" cy="15875"/>
            </a:xfrm>
            <a:custGeom>
              <a:avLst/>
              <a:gdLst>
                <a:gd name="T0" fmla="*/ 3 w 4"/>
                <a:gd name="T1" fmla="*/ 3 h 4"/>
                <a:gd name="T2" fmla="*/ 1 w 4"/>
                <a:gd name="T3" fmla="*/ 3 h 4"/>
                <a:gd name="T4" fmla="*/ 1 w 4"/>
                <a:gd name="T5" fmla="*/ 1 h 4"/>
                <a:gd name="T6" fmla="*/ 3 w 4"/>
                <a:gd name="T7" fmla="*/ 1 h 4"/>
                <a:gd name="T8" fmla="*/ 3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3" y="4"/>
                    <a:pt x="1" y="4"/>
                    <a:pt x="1" y="3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1" y="0"/>
                    <a:pt x="3" y="0"/>
                    <a:pt x="3" y="1"/>
                  </a:cubicBezTo>
                  <a:cubicBezTo>
                    <a:pt x="4" y="1"/>
                    <a:pt x="4" y="3"/>
                    <a:pt x="3" y="3"/>
                  </a:cubicBez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1" name="Freeform 126">
              <a:extLst>
                <a:ext uri="{FF2B5EF4-FFF2-40B4-BE49-F238E27FC236}">
                  <a16:creationId xmlns:a16="http://schemas.microsoft.com/office/drawing/2014/main" id="{B03F404F-247F-B4EB-AB6E-24153861D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2388" y="3906838"/>
              <a:ext cx="15875" cy="15875"/>
            </a:xfrm>
            <a:custGeom>
              <a:avLst/>
              <a:gdLst>
                <a:gd name="T0" fmla="*/ 3 w 4"/>
                <a:gd name="T1" fmla="*/ 3 h 4"/>
                <a:gd name="T2" fmla="*/ 1 w 4"/>
                <a:gd name="T3" fmla="*/ 3 h 4"/>
                <a:gd name="T4" fmla="*/ 1 w 4"/>
                <a:gd name="T5" fmla="*/ 1 h 4"/>
                <a:gd name="T6" fmla="*/ 3 w 4"/>
                <a:gd name="T7" fmla="*/ 1 h 4"/>
                <a:gd name="T8" fmla="*/ 3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3" y="4"/>
                    <a:pt x="1" y="4"/>
                    <a:pt x="1" y="3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1" y="0"/>
                    <a:pt x="3" y="0"/>
                    <a:pt x="3" y="1"/>
                  </a:cubicBezTo>
                  <a:cubicBezTo>
                    <a:pt x="4" y="1"/>
                    <a:pt x="4" y="3"/>
                    <a:pt x="3" y="3"/>
                  </a:cubicBez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2" name="Line 127">
              <a:extLst>
                <a:ext uri="{FF2B5EF4-FFF2-40B4-BE49-F238E27FC236}">
                  <a16:creationId xmlns:a16="http://schemas.microsoft.com/office/drawing/2014/main" id="{2587CF69-88CC-AA9A-F138-1FE8967E0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5063" y="3846513"/>
              <a:ext cx="0" cy="6032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3" name="Line 128">
              <a:extLst>
                <a:ext uri="{FF2B5EF4-FFF2-40B4-BE49-F238E27FC236}">
                  <a16:creationId xmlns:a16="http://schemas.microsoft.com/office/drawing/2014/main" id="{93429D48-B07C-6EC9-6F72-901D509A4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4900" y="3876675"/>
              <a:ext cx="60325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4" name="Line 129">
              <a:extLst>
                <a:ext uri="{FF2B5EF4-FFF2-40B4-BE49-F238E27FC236}">
                  <a16:creationId xmlns:a16="http://schemas.microsoft.com/office/drawing/2014/main" id="{A718DDA5-6C68-B153-EE1C-BCA1CA243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1738" y="3906838"/>
              <a:ext cx="15875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5" name="Line 130">
              <a:extLst>
                <a:ext uri="{FF2B5EF4-FFF2-40B4-BE49-F238E27FC236}">
                  <a16:creationId xmlns:a16="http://schemas.microsoft.com/office/drawing/2014/main" id="{9B42CE1F-0414-3175-0B7E-122372D96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775" y="3906838"/>
              <a:ext cx="14288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6" name="Freeform 131">
              <a:extLst>
                <a:ext uri="{FF2B5EF4-FFF2-40B4-BE49-F238E27FC236}">
                  <a16:creationId xmlns:a16="http://schemas.microsoft.com/office/drawing/2014/main" id="{EFF33BED-6355-99B0-9596-8FB929E2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8238" y="3660775"/>
              <a:ext cx="188913" cy="52388"/>
            </a:xfrm>
            <a:custGeom>
              <a:avLst/>
              <a:gdLst>
                <a:gd name="T0" fmla="*/ 0 w 50"/>
                <a:gd name="T1" fmla="*/ 14 h 14"/>
                <a:gd name="T2" fmla="*/ 50 w 50"/>
                <a:gd name="T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" h="14">
                  <a:moveTo>
                    <a:pt x="0" y="14"/>
                  </a:moveTo>
                  <a:cubicBezTo>
                    <a:pt x="14" y="0"/>
                    <a:pt x="36" y="0"/>
                    <a:pt x="50" y="14"/>
                  </a:cubicBez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7" name="Freeform 132">
              <a:extLst>
                <a:ext uri="{FF2B5EF4-FFF2-40B4-BE49-F238E27FC236}">
                  <a16:creationId xmlns:a16="http://schemas.microsoft.com/office/drawing/2014/main" id="{C2AD3567-40EB-FB12-65B2-06DC2800E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725" y="3600450"/>
              <a:ext cx="261938" cy="74613"/>
            </a:xfrm>
            <a:custGeom>
              <a:avLst/>
              <a:gdLst>
                <a:gd name="T0" fmla="*/ 70 w 70"/>
                <a:gd name="T1" fmla="*/ 20 h 20"/>
                <a:gd name="T2" fmla="*/ 0 w 70"/>
                <a:gd name="T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0" h="20">
                  <a:moveTo>
                    <a:pt x="70" y="20"/>
                  </a:moveTo>
                  <a:cubicBezTo>
                    <a:pt x="51" y="0"/>
                    <a:pt x="19" y="0"/>
                    <a:pt x="0" y="20"/>
                  </a:cubicBez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8" name="Freeform 133">
              <a:extLst>
                <a:ext uri="{FF2B5EF4-FFF2-40B4-BE49-F238E27FC236}">
                  <a16:creationId xmlns:a16="http://schemas.microsoft.com/office/drawing/2014/main" id="{EE7C17EA-875F-CAFE-0A13-F9FA75363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338" y="3717925"/>
              <a:ext cx="112713" cy="30163"/>
            </a:xfrm>
            <a:custGeom>
              <a:avLst/>
              <a:gdLst>
                <a:gd name="T0" fmla="*/ 0 w 30"/>
                <a:gd name="T1" fmla="*/ 8 h 8"/>
                <a:gd name="T2" fmla="*/ 30 w 30"/>
                <a:gd name="T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" h="8">
                  <a:moveTo>
                    <a:pt x="0" y="8"/>
                  </a:moveTo>
                  <a:cubicBezTo>
                    <a:pt x="8" y="0"/>
                    <a:pt x="22" y="0"/>
                    <a:pt x="30" y="8"/>
                  </a:cubicBez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9" name="Freeform 134">
              <a:extLst>
                <a:ext uri="{FF2B5EF4-FFF2-40B4-BE49-F238E27FC236}">
                  <a16:creationId xmlns:a16="http://schemas.microsoft.com/office/drawing/2014/main" id="{FD8FB7CC-CDB7-13F3-532D-DB1320213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8238" y="3660775"/>
              <a:ext cx="188913" cy="52388"/>
            </a:xfrm>
            <a:custGeom>
              <a:avLst/>
              <a:gdLst>
                <a:gd name="T0" fmla="*/ 50 w 50"/>
                <a:gd name="T1" fmla="*/ 14 h 14"/>
                <a:gd name="T2" fmla="*/ 0 w 50"/>
                <a:gd name="T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" h="14">
                  <a:moveTo>
                    <a:pt x="50" y="14"/>
                  </a:moveTo>
                  <a:cubicBezTo>
                    <a:pt x="36" y="0"/>
                    <a:pt x="14" y="0"/>
                    <a:pt x="0" y="14"/>
                  </a:cubicBez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10" name="Freeform 135">
              <a:extLst>
                <a:ext uri="{FF2B5EF4-FFF2-40B4-BE49-F238E27FC236}">
                  <a16:creationId xmlns:a16="http://schemas.microsoft.com/office/drawing/2014/main" id="{6FE8421D-BAD0-8F87-7ACF-7178BA8FB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338" y="3717925"/>
              <a:ext cx="112713" cy="30163"/>
            </a:xfrm>
            <a:custGeom>
              <a:avLst/>
              <a:gdLst>
                <a:gd name="T0" fmla="*/ 30 w 30"/>
                <a:gd name="T1" fmla="*/ 8 h 8"/>
                <a:gd name="T2" fmla="*/ 0 w 30"/>
                <a:gd name="T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" h="8">
                  <a:moveTo>
                    <a:pt x="30" y="8"/>
                  </a:moveTo>
                  <a:cubicBezTo>
                    <a:pt x="22" y="0"/>
                    <a:pt x="8" y="0"/>
                    <a:pt x="0" y="8"/>
                  </a:cubicBez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4F80961-1582-0325-5481-4341B868A0F3}"/>
              </a:ext>
            </a:extLst>
          </p:cNvPr>
          <p:cNvGrpSpPr/>
          <p:nvPr/>
        </p:nvGrpSpPr>
        <p:grpSpPr>
          <a:xfrm>
            <a:off x="6125278" y="5314443"/>
            <a:ext cx="331788" cy="241301"/>
            <a:chOff x="4148138" y="2936875"/>
            <a:chExt cx="331788" cy="241301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11DA053-801A-8299-C227-A083C54A7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625" y="3148013"/>
              <a:ext cx="60325" cy="30163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29D3505-E672-C9D3-AC35-417F5FCD2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9113" y="3148013"/>
              <a:ext cx="60325" cy="30163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14" name="Freeform 14">
              <a:extLst>
                <a:ext uri="{FF2B5EF4-FFF2-40B4-BE49-F238E27FC236}">
                  <a16:creationId xmlns:a16="http://schemas.microsoft.com/office/drawing/2014/main" id="{ADF6D93E-9FAF-BDB0-0307-8046BFF4B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138" y="2967038"/>
              <a:ext cx="331788" cy="180975"/>
            </a:xfrm>
            <a:custGeom>
              <a:avLst/>
              <a:gdLst>
                <a:gd name="T0" fmla="*/ 190 w 209"/>
                <a:gd name="T1" fmla="*/ 57 h 114"/>
                <a:gd name="T2" fmla="*/ 190 w 209"/>
                <a:gd name="T3" fmla="*/ 38 h 114"/>
                <a:gd name="T4" fmla="*/ 171 w 209"/>
                <a:gd name="T5" fmla="*/ 38 h 114"/>
                <a:gd name="T6" fmla="*/ 171 w 209"/>
                <a:gd name="T7" fmla="*/ 19 h 114"/>
                <a:gd name="T8" fmla="*/ 152 w 209"/>
                <a:gd name="T9" fmla="*/ 19 h 114"/>
                <a:gd name="T10" fmla="*/ 152 w 209"/>
                <a:gd name="T11" fmla="*/ 0 h 114"/>
                <a:gd name="T12" fmla="*/ 133 w 209"/>
                <a:gd name="T13" fmla="*/ 0 h 114"/>
                <a:gd name="T14" fmla="*/ 133 w 209"/>
                <a:gd name="T15" fmla="*/ 19 h 114"/>
                <a:gd name="T16" fmla="*/ 76 w 209"/>
                <a:gd name="T17" fmla="*/ 19 h 114"/>
                <a:gd name="T18" fmla="*/ 76 w 209"/>
                <a:gd name="T19" fmla="*/ 0 h 114"/>
                <a:gd name="T20" fmla="*/ 57 w 209"/>
                <a:gd name="T21" fmla="*/ 0 h 114"/>
                <a:gd name="T22" fmla="*/ 57 w 209"/>
                <a:gd name="T23" fmla="*/ 19 h 114"/>
                <a:gd name="T24" fmla="*/ 38 w 209"/>
                <a:gd name="T25" fmla="*/ 19 h 114"/>
                <a:gd name="T26" fmla="*/ 38 w 209"/>
                <a:gd name="T27" fmla="*/ 38 h 114"/>
                <a:gd name="T28" fmla="*/ 19 w 209"/>
                <a:gd name="T29" fmla="*/ 38 h 114"/>
                <a:gd name="T30" fmla="*/ 19 w 209"/>
                <a:gd name="T31" fmla="*/ 57 h 114"/>
                <a:gd name="T32" fmla="*/ 0 w 209"/>
                <a:gd name="T33" fmla="*/ 57 h 114"/>
                <a:gd name="T34" fmla="*/ 0 w 209"/>
                <a:gd name="T35" fmla="*/ 114 h 114"/>
                <a:gd name="T36" fmla="*/ 19 w 209"/>
                <a:gd name="T37" fmla="*/ 114 h 114"/>
                <a:gd name="T38" fmla="*/ 19 w 209"/>
                <a:gd name="T39" fmla="*/ 76 h 114"/>
                <a:gd name="T40" fmla="*/ 38 w 209"/>
                <a:gd name="T41" fmla="*/ 76 h 114"/>
                <a:gd name="T42" fmla="*/ 38 w 209"/>
                <a:gd name="T43" fmla="*/ 95 h 114"/>
                <a:gd name="T44" fmla="*/ 38 w 209"/>
                <a:gd name="T45" fmla="*/ 114 h 114"/>
                <a:gd name="T46" fmla="*/ 57 w 209"/>
                <a:gd name="T47" fmla="*/ 114 h 114"/>
                <a:gd name="T48" fmla="*/ 57 w 209"/>
                <a:gd name="T49" fmla="*/ 95 h 114"/>
                <a:gd name="T50" fmla="*/ 152 w 209"/>
                <a:gd name="T51" fmla="*/ 95 h 114"/>
                <a:gd name="T52" fmla="*/ 152 w 209"/>
                <a:gd name="T53" fmla="*/ 114 h 114"/>
                <a:gd name="T54" fmla="*/ 171 w 209"/>
                <a:gd name="T55" fmla="*/ 114 h 114"/>
                <a:gd name="T56" fmla="*/ 171 w 209"/>
                <a:gd name="T57" fmla="*/ 95 h 114"/>
                <a:gd name="T58" fmla="*/ 171 w 209"/>
                <a:gd name="T59" fmla="*/ 76 h 114"/>
                <a:gd name="T60" fmla="*/ 190 w 209"/>
                <a:gd name="T61" fmla="*/ 76 h 114"/>
                <a:gd name="T62" fmla="*/ 190 w 209"/>
                <a:gd name="T63" fmla="*/ 114 h 114"/>
                <a:gd name="T64" fmla="*/ 209 w 209"/>
                <a:gd name="T65" fmla="*/ 114 h 114"/>
                <a:gd name="T66" fmla="*/ 209 w 209"/>
                <a:gd name="T67" fmla="*/ 57 h 114"/>
                <a:gd name="T68" fmla="*/ 190 w 209"/>
                <a:gd name="T69" fmla="*/ 5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9" h="114">
                  <a:moveTo>
                    <a:pt x="190" y="57"/>
                  </a:moveTo>
                  <a:lnTo>
                    <a:pt x="190" y="38"/>
                  </a:lnTo>
                  <a:lnTo>
                    <a:pt x="171" y="38"/>
                  </a:lnTo>
                  <a:lnTo>
                    <a:pt x="171" y="19"/>
                  </a:lnTo>
                  <a:lnTo>
                    <a:pt x="152" y="19"/>
                  </a:lnTo>
                  <a:lnTo>
                    <a:pt x="152" y="0"/>
                  </a:lnTo>
                  <a:lnTo>
                    <a:pt x="133" y="0"/>
                  </a:lnTo>
                  <a:lnTo>
                    <a:pt x="133" y="19"/>
                  </a:lnTo>
                  <a:lnTo>
                    <a:pt x="76" y="19"/>
                  </a:lnTo>
                  <a:lnTo>
                    <a:pt x="76" y="0"/>
                  </a:lnTo>
                  <a:lnTo>
                    <a:pt x="57" y="0"/>
                  </a:lnTo>
                  <a:lnTo>
                    <a:pt x="57" y="19"/>
                  </a:lnTo>
                  <a:lnTo>
                    <a:pt x="38" y="19"/>
                  </a:lnTo>
                  <a:lnTo>
                    <a:pt x="38" y="38"/>
                  </a:lnTo>
                  <a:lnTo>
                    <a:pt x="19" y="38"/>
                  </a:lnTo>
                  <a:lnTo>
                    <a:pt x="19" y="57"/>
                  </a:lnTo>
                  <a:lnTo>
                    <a:pt x="0" y="57"/>
                  </a:lnTo>
                  <a:lnTo>
                    <a:pt x="0" y="114"/>
                  </a:lnTo>
                  <a:lnTo>
                    <a:pt x="19" y="114"/>
                  </a:lnTo>
                  <a:lnTo>
                    <a:pt x="19" y="76"/>
                  </a:lnTo>
                  <a:lnTo>
                    <a:pt x="38" y="76"/>
                  </a:lnTo>
                  <a:lnTo>
                    <a:pt x="38" y="95"/>
                  </a:lnTo>
                  <a:lnTo>
                    <a:pt x="38" y="114"/>
                  </a:lnTo>
                  <a:lnTo>
                    <a:pt x="57" y="114"/>
                  </a:lnTo>
                  <a:lnTo>
                    <a:pt x="57" y="95"/>
                  </a:lnTo>
                  <a:lnTo>
                    <a:pt x="152" y="95"/>
                  </a:lnTo>
                  <a:lnTo>
                    <a:pt x="152" y="114"/>
                  </a:lnTo>
                  <a:lnTo>
                    <a:pt x="171" y="114"/>
                  </a:lnTo>
                  <a:lnTo>
                    <a:pt x="171" y="95"/>
                  </a:lnTo>
                  <a:lnTo>
                    <a:pt x="171" y="76"/>
                  </a:lnTo>
                  <a:lnTo>
                    <a:pt x="190" y="76"/>
                  </a:lnTo>
                  <a:lnTo>
                    <a:pt x="190" y="114"/>
                  </a:lnTo>
                  <a:lnTo>
                    <a:pt x="209" y="114"/>
                  </a:lnTo>
                  <a:lnTo>
                    <a:pt x="209" y="57"/>
                  </a:lnTo>
                  <a:lnTo>
                    <a:pt x="190" y="57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3A07E59-197B-528C-7D40-DE478FECD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2936875"/>
              <a:ext cx="30163" cy="30163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58BAC62-4E39-1FEE-5CBD-D6C11592B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9438" y="2936875"/>
              <a:ext cx="30163" cy="30163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D063B21-D6C9-A7A6-48E9-F43BBA8EF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625" y="3027363"/>
              <a:ext cx="30163" cy="30163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C29CDA1-88C6-2B74-686A-25C8196E7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275" y="3027363"/>
              <a:ext cx="30163" cy="30163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286428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wearing a virtual reality headset&#10;&#10;Description automatically generated with medium confidence">
            <a:extLst>
              <a:ext uri="{FF2B5EF4-FFF2-40B4-BE49-F238E27FC236}">
                <a16:creationId xmlns:a16="http://schemas.microsoft.com/office/drawing/2014/main" id="{5C977040-35DE-20EE-20B3-DD995B124B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ABFBA8F-7D78-8285-AED0-C5290A6647C9}"/>
              </a:ext>
            </a:extLst>
          </p:cNvPr>
          <p:cNvSpPr/>
          <p:nvPr/>
        </p:nvSpPr>
        <p:spPr>
          <a:xfrm flipV="1">
            <a:off x="0" y="4655397"/>
            <a:ext cx="2467897" cy="2202602"/>
          </a:xfrm>
          <a:custGeom>
            <a:avLst/>
            <a:gdLst>
              <a:gd name="connsiteX0" fmla="*/ 0 w 3202080"/>
              <a:gd name="connsiteY0" fmla="*/ 0 h 2857861"/>
              <a:gd name="connsiteX1" fmla="*/ 2670338 w 3202080"/>
              <a:gd name="connsiteY1" fmla="*/ 0 h 2857861"/>
              <a:gd name="connsiteX2" fmla="*/ 2760641 w 3202080"/>
              <a:gd name="connsiteY2" fmla="*/ 99359 h 2857861"/>
              <a:gd name="connsiteX3" fmla="*/ 3202080 w 3202080"/>
              <a:gd name="connsiteY3" fmla="*/ 1329028 h 2857861"/>
              <a:gd name="connsiteX4" fmla="*/ 3050164 w 3202080"/>
              <a:gd name="connsiteY4" fmla="*/ 2081502 h 2857861"/>
              <a:gd name="connsiteX5" fmla="*/ 3004343 w 3202080"/>
              <a:gd name="connsiteY5" fmla="*/ 2165924 h 2857861"/>
              <a:gd name="connsiteX6" fmla="*/ 2900605 w 3202080"/>
              <a:gd name="connsiteY6" fmla="*/ 2291653 h 2857861"/>
              <a:gd name="connsiteX7" fmla="*/ 1533654 w 3202080"/>
              <a:gd name="connsiteY7" fmla="*/ 2857861 h 2857861"/>
              <a:gd name="connsiteX8" fmla="*/ 41934 w 3202080"/>
              <a:gd name="connsiteY8" fmla="*/ 2154371 h 2857861"/>
              <a:gd name="connsiteX9" fmla="*/ 0 w 3202080"/>
              <a:gd name="connsiteY9" fmla="*/ 2098294 h 285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02080" h="2857861">
                <a:moveTo>
                  <a:pt x="0" y="0"/>
                </a:moveTo>
                <a:lnTo>
                  <a:pt x="2670338" y="0"/>
                </a:lnTo>
                <a:lnTo>
                  <a:pt x="2760641" y="99359"/>
                </a:lnTo>
                <a:cubicBezTo>
                  <a:pt x="3036417" y="433523"/>
                  <a:pt x="3202080" y="861929"/>
                  <a:pt x="3202080" y="1329028"/>
                </a:cubicBezTo>
                <a:cubicBezTo>
                  <a:pt x="3202080" y="1595943"/>
                  <a:pt x="3147985" y="1850220"/>
                  <a:pt x="3050164" y="2081502"/>
                </a:cubicBezTo>
                <a:lnTo>
                  <a:pt x="3004343" y="2165924"/>
                </a:lnTo>
                <a:lnTo>
                  <a:pt x="2900605" y="2291653"/>
                </a:lnTo>
                <a:cubicBezTo>
                  <a:pt x="2550770" y="2641484"/>
                  <a:pt x="2067481" y="2857861"/>
                  <a:pt x="1533654" y="2857861"/>
                </a:cubicBezTo>
                <a:cubicBezTo>
                  <a:pt x="933098" y="2857861"/>
                  <a:pt x="396503" y="2584010"/>
                  <a:pt x="41934" y="2154371"/>
                </a:cubicBezTo>
                <a:lnTo>
                  <a:pt x="0" y="2098294"/>
                </a:lnTo>
                <a:close/>
              </a:path>
            </a:pathLst>
          </a:custGeom>
          <a:gradFill>
            <a:gsLst>
              <a:gs pos="0">
                <a:srgbClr val="1F55DE">
                  <a:alpha val="0"/>
                </a:srgbClr>
              </a:gs>
              <a:gs pos="100000">
                <a:srgbClr val="3EC973">
                  <a:alpha val="50000"/>
                </a:srgbClr>
              </a:gs>
            </a:gsLst>
            <a:lin ang="10800000" scaled="1"/>
          </a:gra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74425EA-403F-10F0-EC76-62F818C80832}"/>
              </a:ext>
            </a:extLst>
          </p:cNvPr>
          <p:cNvSpPr/>
          <p:nvPr/>
        </p:nvSpPr>
        <p:spPr>
          <a:xfrm flipH="1">
            <a:off x="8909079" y="0"/>
            <a:ext cx="3282921" cy="2930012"/>
          </a:xfrm>
          <a:custGeom>
            <a:avLst/>
            <a:gdLst>
              <a:gd name="connsiteX0" fmla="*/ 0 w 3202080"/>
              <a:gd name="connsiteY0" fmla="*/ 0 h 2857861"/>
              <a:gd name="connsiteX1" fmla="*/ 2670338 w 3202080"/>
              <a:gd name="connsiteY1" fmla="*/ 0 h 2857861"/>
              <a:gd name="connsiteX2" fmla="*/ 2760641 w 3202080"/>
              <a:gd name="connsiteY2" fmla="*/ 99359 h 2857861"/>
              <a:gd name="connsiteX3" fmla="*/ 3202080 w 3202080"/>
              <a:gd name="connsiteY3" fmla="*/ 1329028 h 2857861"/>
              <a:gd name="connsiteX4" fmla="*/ 3050164 w 3202080"/>
              <a:gd name="connsiteY4" fmla="*/ 2081502 h 2857861"/>
              <a:gd name="connsiteX5" fmla="*/ 3004343 w 3202080"/>
              <a:gd name="connsiteY5" fmla="*/ 2165924 h 2857861"/>
              <a:gd name="connsiteX6" fmla="*/ 2900605 w 3202080"/>
              <a:gd name="connsiteY6" fmla="*/ 2291653 h 2857861"/>
              <a:gd name="connsiteX7" fmla="*/ 1533654 w 3202080"/>
              <a:gd name="connsiteY7" fmla="*/ 2857861 h 2857861"/>
              <a:gd name="connsiteX8" fmla="*/ 41934 w 3202080"/>
              <a:gd name="connsiteY8" fmla="*/ 2154371 h 2857861"/>
              <a:gd name="connsiteX9" fmla="*/ 0 w 3202080"/>
              <a:gd name="connsiteY9" fmla="*/ 2098294 h 285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02080" h="2857861">
                <a:moveTo>
                  <a:pt x="0" y="0"/>
                </a:moveTo>
                <a:lnTo>
                  <a:pt x="2670338" y="0"/>
                </a:lnTo>
                <a:lnTo>
                  <a:pt x="2760641" y="99359"/>
                </a:lnTo>
                <a:cubicBezTo>
                  <a:pt x="3036417" y="433523"/>
                  <a:pt x="3202080" y="861929"/>
                  <a:pt x="3202080" y="1329028"/>
                </a:cubicBezTo>
                <a:cubicBezTo>
                  <a:pt x="3202080" y="1595943"/>
                  <a:pt x="3147985" y="1850220"/>
                  <a:pt x="3050164" y="2081502"/>
                </a:cubicBezTo>
                <a:lnTo>
                  <a:pt x="3004343" y="2165924"/>
                </a:lnTo>
                <a:lnTo>
                  <a:pt x="2900605" y="2291653"/>
                </a:lnTo>
                <a:cubicBezTo>
                  <a:pt x="2550770" y="2641484"/>
                  <a:pt x="2067481" y="2857861"/>
                  <a:pt x="1533654" y="2857861"/>
                </a:cubicBezTo>
                <a:cubicBezTo>
                  <a:pt x="933098" y="2857861"/>
                  <a:pt x="396503" y="2584010"/>
                  <a:pt x="41934" y="2154371"/>
                </a:cubicBezTo>
                <a:lnTo>
                  <a:pt x="0" y="2098294"/>
                </a:lnTo>
                <a:close/>
              </a:path>
            </a:pathLst>
          </a:custGeom>
          <a:gradFill>
            <a:gsLst>
              <a:gs pos="0">
                <a:srgbClr val="1F55DE">
                  <a:alpha val="0"/>
                </a:srgbClr>
              </a:gs>
              <a:gs pos="100000">
                <a:srgbClr val="3EC973">
                  <a:alpha val="50000"/>
                </a:srgbClr>
              </a:gs>
            </a:gsLst>
            <a:lin ang="10800000" scaled="1"/>
          </a:gra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77AFFB-DDCE-B90D-6A03-2442BB76A8C9}"/>
              </a:ext>
            </a:extLst>
          </p:cNvPr>
          <p:cNvSpPr/>
          <p:nvPr/>
        </p:nvSpPr>
        <p:spPr>
          <a:xfrm>
            <a:off x="442913" y="661220"/>
            <a:ext cx="11296803" cy="5159477"/>
          </a:xfrm>
          <a:prstGeom prst="roundRect">
            <a:avLst>
              <a:gd name="adj" fmla="val 19175"/>
            </a:avLst>
          </a:prstGeom>
          <a:ln w="38100">
            <a:gradFill flip="none" rotWithShape="1">
              <a:gsLst>
                <a:gs pos="0">
                  <a:srgbClr val="1F55DE">
                    <a:alpha val="90000"/>
                  </a:srgbClr>
                </a:gs>
                <a:gs pos="100000">
                  <a:srgbClr val="3EC973">
                    <a:alpha val="75000"/>
                  </a:srgbClr>
                </a:gs>
              </a:gsLst>
              <a:lin ang="8100000" scaled="1"/>
              <a:tileRect/>
            </a:gradFill>
          </a:ln>
          <a:effectLst>
            <a:outerShdw blurRad="1524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2DECB0-0C72-814E-DEDF-5BA9B4BD472D}"/>
              </a:ext>
            </a:extLst>
          </p:cNvPr>
          <p:cNvSpPr/>
          <p:nvPr/>
        </p:nvSpPr>
        <p:spPr>
          <a:xfrm>
            <a:off x="442913" y="661220"/>
            <a:ext cx="11296803" cy="5159477"/>
          </a:xfrm>
          <a:prstGeom prst="roundRect">
            <a:avLst>
              <a:gd name="adj" fmla="val 19175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CD7FB-EB2B-7A0E-1853-4FE4A870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7D3A-888D-42B2-A743-ECCEF02EFA39}" type="slidenum">
              <a:rPr lang="en-ID" smtClean="0">
                <a:solidFill>
                  <a:schemeClr val="tx1"/>
                </a:solidFill>
              </a:rPr>
              <a:pPr/>
              <a:t>5</a:t>
            </a:fld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39284F1-CFDB-A3CF-1405-7747DF9F7490}"/>
              </a:ext>
            </a:extLst>
          </p:cNvPr>
          <p:cNvSpPr txBox="1">
            <a:spLocks/>
          </p:cNvSpPr>
          <p:nvPr/>
        </p:nvSpPr>
        <p:spPr>
          <a:xfrm>
            <a:off x="496567" y="1159790"/>
            <a:ext cx="4129548" cy="1202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CSS</a:t>
            </a: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Cascade Style Sheet</a:t>
            </a:r>
            <a:endParaRPr lang="en-ID" sz="32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1BC6DE-7A25-75CB-CECA-F446D6099F99}"/>
              </a:ext>
            </a:extLst>
          </p:cNvPr>
          <p:cNvSpPr txBox="1"/>
          <p:nvPr/>
        </p:nvSpPr>
        <p:spPr>
          <a:xfrm>
            <a:off x="4863442" y="1830149"/>
            <a:ext cx="249988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Colores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AA93D7-9267-94F2-2C6F-A2BE1AB9A8E6}"/>
              </a:ext>
            </a:extLst>
          </p:cNvPr>
          <p:cNvSpPr txBox="1"/>
          <p:nvPr/>
        </p:nvSpPr>
        <p:spPr>
          <a:xfrm>
            <a:off x="4863442" y="3834677"/>
            <a:ext cx="249988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Tamaños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6BC0F2-93FA-8FA4-62C9-689813BDF285}"/>
              </a:ext>
            </a:extLst>
          </p:cNvPr>
          <p:cNvSpPr txBox="1"/>
          <p:nvPr/>
        </p:nvSpPr>
        <p:spPr>
          <a:xfrm>
            <a:off x="8335405" y="1830149"/>
            <a:ext cx="249988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Tipos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de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letra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93FCC1A-DA0B-F069-6792-F24EC313B225}"/>
              </a:ext>
            </a:extLst>
          </p:cNvPr>
          <p:cNvCxnSpPr>
            <a:cxnSpLocks/>
          </p:cNvCxnSpPr>
          <p:nvPr/>
        </p:nvCxnSpPr>
        <p:spPr>
          <a:xfrm>
            <a:off x="4906296" y="3246313"/>
            <a:ext cx="2520000" cy="0"/>
          </a:xfrm>
          <a:prstGeom prst="line">
            <a:avLst/>
          </a:prstGeom>
          <a:ln w="12700">
            <a:solidFill>
              <a:schemeClr val="bg1"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B56EF1D-9EFC-1F0C-8E90-4802560AA3E6}"/>
              </a:ext>
            </a:extLst>
          </p:cNvPr>
          <p:cNvCxnSpPr>
            <a:cxnSpLocks/>
          </p:cNvCxnSpPr>
          <p:nvPr/>
        </p:nvCxnSpPr>
        <p:spPr>
          <a:xfrm>
            <a:off x="7875409" y="3560876"/>
            <a:ext cx="0" cy="1101600"/>
          </a:xfrm>
          <a:prstGeom prst="line">
            <a:avLst/>
          </a:prstGeom>
          <a:ln w="12700">
            <a:solidFill>
              <a:schemeClr val="bg1"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613A38-EAC8-368C-648D-16E69D8FFB3D}"/>
              </a:ext>
            </a:extLst>
          </p:cNvPr>
          <p:cNvCxnSpPr>
            <a:cxnSpLocks/>
          </p:cNvCxnSpPr>
          <p:nvPr/>
        </p:nvCxnSpPr>
        <p:spPr>
          <a:xfrm>
            <a:off x="7875409" y="1830149"/>
            <a:ext cx="0" cy="1101600"/>
          </a:xfrm>
          <a:prstGeom prst="line">
            <a:avLst/>
          </a:prstGeom>
          <a:ln w="12700">
            <a:solidFill>
              <a:schemeClr val="bg1"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8">
            <a:extLst>
              <a:ext uri="{FF2B5EF4-FFF2-40B4-BE49-F238E27FC236}">
                <a16:creationId xmlns:a16="http://schemas.microsoft.com/office/drawing/2014/main" id="{88C9A1D9-30EB-04F1-3887-2808F130230B}"/>
              </a:ext>
            </a:extLst>
          </p:cNvPr>
          <p:cNvSpPr txBox="1"/>
          <p:nvPr/>
        </p:nvSpPr>
        <p:spPr>
          <a:xfrm>
            <a:off x="1301341" y="2470494"/>
            <a:ext cx="2520000" cy="6463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dirty="0">
                <a:latin typeface="Segoe UI Light" panose="020B0502040204020203" pitchFamily="34" charset="0"/>
                <a:cs typeface="Segoe UI" panose="020B0502040204020203" pitchFamily="34" charset="0"/>
              </a:rPr>
              <a:t>Define </a:t>
            </a:r>
            <a:r>
              <a:rPr lang="en-US" dirty="0" err="1">
                <a:latin typeface="Segoe UI Light" panose="020B0502040204020203" pitchFamily="34" charset="0"/>
                <a:cs typeface="Segoe UI" panose="020B0502040204020203" pitchFamily="34" charset="0"/>
              </a:rPr>
              <a:t>los</a:t>
            </a:r>
            <a:r>
              <a:rPr lang="en-US" dirty="0">
                <a:latin typeface="Segoe UI Light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 Light" panose="020B0502040204020203" pitchFamily="34" charset="0"/>
                <a:cs typeface="Segoe UI" panose="020B0502040204020203" pitchFamily="34" charset="0"/>
              </a:rPr>
              <a:t>estilos</a:t>
            </a:r>
            <a:r>
              <a:rPr lang="en-US" dirty="0">
                <a:latin typeface="Segoe UI Light" panose="020B0502040204020203" pitchFamily="34" charset="0"/>
                <a:cs typeface="Segoe UI" panose="020B0502040204020203" pitchFamily="34" charset="0"/>
              </a:rPr>
              <a:t> de </a:t>
            </a:r>
            <a:r>
              <a:rPr lang="en-US" dirty="0" err="1">
                <a:latin typeface="Segoe UI Light" panose="020B0502040204020203" pitchFamily="34" charset="0"/>
                <a:cs typeface="Segoe UI" panose="020B0502040204020203" pitchFamily="34" charset="0"/>
              </a:rPr>
              <a:t>como</a:t>
            </a:r>
            <a:r>
              <a:rPr lang="en-US" dirty="0">
                <a:latin typeface="Segoe UI Light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dirty="0" err="1">
                <a:latin typeface="Segoe UI Light" panose="020B0502040204020203" pitchFamily="34" charset="0"/>
                <a:cs typeface="Segoe UI" panose="020B0502040204020203" pitchFamily="34" charset="0"/>
              </a:rPr>
              <a:t>verá</a:t>
            </a:r>
            <a:r>
              <a:rPr lang="en-US" dirty="0">
                <a:latin typeface="Segoe UI Light" panose="020B0502040204020203" pitchFamily="34" charset="0"/>
                <a:cs typeface="Segoe UI" panose="020B0502040204020203" pitchFamily="34" charset="0"/>
              </a:rPr>
              <a:t> la </a:t>
            </a:r>
            <a:r>
              <a:rPr lang="en-US" dirty="0" err="1">
                <a:latin typeface="Segoe UI Light" panose="020B0502040204020203" pitchFamily="34" charset="0"/>
                <a:cs typeface="Segoe UI" panose="020B0502040204020203" pitchFamily="34" charset="0"/>
              </a:rPr>
              <a:t>página</a:t>
            </a:r>
            <a:r>
              <a:rPr lang="en-US" dirty="0">
                <a:latin typeface="Segoe UI Light" panose="020B0502040204020203" pitchFamily="34" charset="0"/>
                <a:cs typeface="Segoe UI" panose="020B0502040204020203" pitchFamily="34" charset="0"/>
              </a:rPr>
              <a:t> web.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8CDF9706-5C7F-A72C-BE03-DD92AD996604}"/>
              </a:ext>
            </a:extLst>
          </p:cNvPr>
          <p:cNvSpPr txBox="1"/>
          <p:nvPr/>
        </p:nvSpPr>
        <p:spPr>
          <a:xfrm>
            <a:off x="4863442" y="2331281"/>
            <a:ext cx="249988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Fondos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4343F975-34B3-CF9D-F235-E4442604F202}"/>
              </a:ext>
            </a:extLst>
          </p:cNvPr>
          <p:cNvSpPr txBox="1"/>
          <p:nvPr/>
        </p:nvSpPr>
        <p:spPr>
          <a:xfrm>
            <a:off x="4863442" y="2832413"/>
            <a:ext cx="249988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Bordes</a:t>
            </a:r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7D5D9A94-AE7F-9917-2D93-9E34DF279C7F}"/>
              </a:ext>
            </a:extLst>
          </p:cNvPr>
          <p:cNvSpPr txBox="1"/>
          <p:nvPr/>
        </p:nvSpPr>
        <p:spPr>
          <a:xfrm>
            <a:off x="8335405" y="3333545"/>
            <a:ext cx="249988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Espaciados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A2C42AE0-2DFD-2DC1-B6F7-24CE517653D5}"/>
              </a:ext>
            </a:extLst>
          </p:cNvPr>
          <p:cNvSpPr txBox="1"/>
          <p:nvPr/>
        </p:nvSpPr>
        <p:spPr>
          <a:xfrm>
            <a:off x="8335405" y="2331281"/>
            <a:ext cx="249988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Posición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0DA13A7A-0EB1-9872-48AB-D7DE3E6C62FD}"/>
              </a:ext>
            </a:extLst>
          </p:cNvPr>
          <p:cNvSpPr txBox="1"/>
          <p:nvPr/>
        </p:nvSpPr>
        <p:spPr>
          <a:xfrm>
            <a:off x="5557295" y="4546523"/>
            <a:ext cx="3738002" cy="2319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Diseño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diferentes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pantallas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TextBox 25">
            <a:extLst>
              <a:ext uri="{FF2B5EF4-FFF2-40B4-BE49-F238E27FC236}">
                <a16:creationId xmlns:a16="http://schemas.microsoft.com/office/drawing/2014/main" id="{AA8CBE86-6237-EFF0-DD9C-BEC3F5AF5A06}"/>
              </a:ext>
            </a:extLst>
          </p:cNvPr>
          <p:cNvSpPr txBox="1"/>
          <p:nvPr/>
        </p:nvSpPr>
        <p:spPr>
          <a:xfrm>
            <a:off x="8335405" y="2832413"/>
            <a:ext cx="249988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Efectos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TextBox 25">
            <a:extLst>
              <a:ext uri="{FF2B5EF4-FFF2-40B4-BE49-F238E27FC236}">
                <a16:creationId xmlns:a16="http://schemas.microsoft.com/office/drawing/2014/main" id="{848D41CB-4305-C813-F455-25D63D3BCE24}"/>
              </a:ext>
            </a:extLst>
          </p:cNvPr>
          <p:cNvSpPr txBox="1"/>
          <p:nvPr/>
        </p:nvSpPr>
        <p:spPr>
          <a:xfrm>
            <a:off x="4863442" y="3333545"/>
            <a:ext cx="249988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Animaciones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TextBox 25">
            <a:extLst>
              <a:ext uri="{FF2B5EF4-FFF2-40B4-BE49-F238E27FC236}">
                <a16:creationId xmlns:a16="http://schemas.microsoft.com/office/drawing/2014/main" id="{8A76301F-5269-D6F1-CE79-E59D0BEE2B7F}"/>
              </a:ext>
            </a:extLst>
          </p:cNvPr>
          <p:cNvSpPr txBox="1"/>
          <p:nvPr/>
        </p:nvSpPr>
        <p:spPr>
          <a:xfrm>
            <a:off x="8335405" y="3834677"/>
            <a:ext cx="249988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Distribución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0" name="Imagen 89" descr="How did you learn CSS for website design?">
            <a:extLst>
              <a:ext uri="{FF2B5EF4-FFF2-40B4-BE49-F238E27FC236}">
                <a16:creationId xmlns:a16="http://schemas.microsoft.com/office/drawing/2014/main" id="{A18A6CFC-8CD5-C334-0A4B-0BA33AC2B44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1817" y="3224964"/>
            <a:ext cx="3456421" cy="23063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74027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val 71">
            <a:extLst>
              <a:ext uri="{FF2B5EF4-FFF2-40B4-BE49-F238E27FC236}">
                <a16:creationId xmlns:a16="http://schemas.microsoft.com/office/drawing/2014/main" id="{3EDDF76E-C61E-A3EA-5240-2A5FB0DDC423}"/>
              </a:ext>
            </a:extLst>
          </p:cNvPr>
          <p:cNvSpPr/>
          <p:nvPr/>
        </p:nvSpPr>
        <p:spPr>
          <a:xfrm>
            <a:off x="5189144" y="3520155"/>
            <a:ext cx="775190" cy="775189"/>
          </a:xfrm>
          <a:prstGeom prst="ellipse">
            <a:avLst/>
          </a:prstGeom>
          <a:gradFill flip="none" rotWithShape="1">
            <a:gsLst>
              <a:gs pos="48000">
                <a:srgbClr val="1F55DE">
                  <a:alpha val="40000"/>
                </a:srgbClr>
              </a:gs>
              <a:gs pos="99000">
                <a:srgbClr val="1F55DE">
                  <a:alpha val="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546100" dist="254000" dir="2700000" sx="102000" sy="102000" algn="tl" rotWithShape="0">
              <a:prstClr val="black">
                <a:alpha val="4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BFA84B2-BE29-E003-BD04-ACA6D4A6D320}"/>
              </a:ext>
            </a:extLst>
          </p:cNvPr>
          <p:cNvSpPr/>
          <p:nvPr/>
        </p:nvSpPr>
        <p:spPr>
          <a:xfrm>
            <a:off x="5189144" y="4471131"/>
            <a:ext cx="775190" cy="775189"/>
          </a:xfrm>
          <a:prstGeom prst="ellipse">
            <a:avLst/>
          </a:prstGeom>
          <a:gradFill flip="none" rotWithShape="1">
            <a:gsLst>
              <a:gs pos="48000">
                <a:srgbClr val="1F55DE">
                  <a:alpha val="40000"/>
                </a:srgbClr>
              </a:gs>
              <a:gs pos="99000">
                <a:srgbClr val="1F55DE">
                  <a:alpha val="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546100" dist="254000" dir="2700000" sx="102000" sy="102000" algn="tl" rotWithShape="0">
              <a:prstClr val="black">
                <a:alpha val="4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C657CC4-D709-23B7-FE64-1C96D2C83A33}"/>
              </a:ext>
            </a:extLst>
          </p:cNvPr>
          <p:cNvSpPr/>
          <p:nvPr/>
        </p:nvSpPr>
        <p:spPr>
          <a:xfrm>
            <a:off x="5189144" y="5397723"/>
            <a:ext cx="775190" cy="775189"/>
          </a:xfrm>
          <a:prstGeom prst="ellipse">
            <a:avLst/>
          </a:prstGeom>
          <a:gradFill flip="none" rotWithShape="1">
            <a:gsLst>
              <a:gs pos="48000">
                <a:srgbClr val="1F55DE">
                  <a:alpha val="40000"/>
                </a:srgbClr>
              </a:gs>
              <a:gs pos="99000">
                <a:srgbClr val="1F55DE">
                  <a:alpha val="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546100" dist="254000" dir="2700000" sx="102000" sy="102000" algn="tl" rotWithShape="0">
              <a:prstClr val="black">
                <a:alpha val="4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D42B4F-7241-6806-A484-3A1DE4D68FC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57" b="34957"/>
          <a:stretch/>
        </p:blipFill>
        <p:spPr>
          <a:xfrm>
            <a:off x="0" y="0"/>
            <a:ext cx="12192000" cy="2819400"/>
          </a:xfrm>
          <a:prstGeom prst="rect">
            <a:avLst/>
          </a:pr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DB6421E-AF7E-5485-1E72-A030CF3E9315}"/>
              </a:ext>
            </a:extLst>
          </p:cNvPr>
          <p:cNvSpPr/>
          <p:nvPr/>
        </p:nvSpPr>
        <p:spPr>
          <a:xfrm>
            <a:off x="2670338" y="0"/>
            <a:ext cx="796475" cy="2165925"/>
          </a:xfrm>
          <a:custGeom>
            <a:avLst/>
            <a:gdLst>
              <a:gd name="connsiteX0" fmla="*/ 0 w 796475"/>
              <a:gd name="connsiteY0" fmla="*/ 0 h 2165925"/>
              <a:gd name="connsiteX1" fmla="*/ 561183 w 796475"/>
              <a:gd name="connsiteY1" fmla="*/ 0 h 2165925"/>
              <a:gd name="connsiteX2" fmla="*/ 563153 w 796475"/>
              <a:gd name="connsiteY2" fmla="*/ 3243 h 2165925"/>
              <a:gd name="connsiteX3" fmla="*/ 796475 w 796475"/>
              <a:gd name="connsiteY3" fmla="*/ 924702 h 2165925"/>
              <a:gd name="connsiteX4" fmla="*/ 466323 w 796475"/>
              <a:gd name="connsiteY4" fmla="*/ 2005551 h 2165925"/>
              <a:gd name="connsiteX5" fmla="*/ 334005 w 796475"/>
              <a:gd name="connsiteY5" fmla="*/ 2165925 h 2165925"/>
              <a:gd name="connsiteX6" fmla="*/ 379826 w 796475"/>
              <a:gd name="connsiteY6" fmla="*/ 2081503 h 2165925"/>
              <a:gd name="connsiteX7" fmla="*/ 531742 w 796475"/>
              <a:gd name="connsiteY7" fmla="*/ 1329029 h 2165925"/>
              <a:gd name="connsiteX8" fmla="*/ 90303 w 796475"/>
              <a:gd name="connsiteY8" fmla="*/ 99359 h 216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6475" h="2165925">
                <a:moveTo>
                  <a:pt x="0" y="0"/>
                </a:moveTo>
                <a:lnTo>
                  <a:pt x="561183" y="0"/>
                </a:lnTo>
                <a:lnTo>
                  <a:pt x="563153" y="3243"/>
                </a:lnTo>
                <a:cubicBezTo>
                  <a:pt x="711953" y="277159"/>
                  <a:pt x="796475" y="591060"/>
                  <a:pt x="796475" y="924702"/>
                </a:cubicBezTo>
                <a:cubicBezTo>
                  <a:pt x="796475" y="1325072"/>
                  <a:pt x="674763" y="1697018"/>
                  <a:pt x="466323" y="2005551"/>
                </a:cubicBezTo>
                <a:lnTo>
                  <a:pt x="334005" y="2165925"/>
                </a:lnTo>
                <a:lnTo>
                  <a:pt x="379826" y="2081503"/>
                </a:lnTo>
                <a:cubicBezTo>
                  <a:pt x="477647" y="1850221"/>
                  <a:pt x="531742" y="1595944"/>
                  <a:pt x="531742" y="1329029"/>
                </a:cubicBezTo>
                <a:cubicBezTo>
                  <a:pt x="531742" y="861930"/>
                  <a:pt x="366079" y="433523"/>
                  <a:pt x="90303" y="99359"/>
                </a:cubicBezTo>
                <a:close/>
              </a:path>
            </a:pathLst>
          </a:custGeom>
          <a:gradFill>
            <a:gsLst>
              <a:gs pos="0">
                <a:srgbClr val="1F55DE">
                  <a:alpha val="0"/>
                </a:srgbClr>
              </a:gs>
              <a:gs pos="100000">
                <a:srgbClr val="3EC973">
                  <a:alpha val="5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2D226-678C-9A17-21F9-E42A6034F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280" y="3361245"/>
            <a:ext cx="5329084" cy="1929482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D" sz="4800" b="1" i="1" dirty="0"/>
              <a:t>¿DÓNDE SE PONEN LOS ESTILOS?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9293A-1653-5755-B812-F46EE013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7D3A-888D-42B2-A743-ECCEF02EFA39}" type="slidenum">
              <a:rPr lang="en-ID" smtClean="0">
                <a:solidFill>
                  <a:schemeClr val="tx1"/>
                </a:solidFill>
              </a:rPr>
              <a:t>6</a:t>
            </a:fld>
            <a:endParaRPr lang="en-ID">
              <a:solidFill>
                <a:schemeClr val="tx1"/>
              </a:solidFill>
            </a:endParaRP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6395BF12-D2D1-FC80-FB80-A041EE87E0C8}"/>
              </a:ext>
            </a:extLst>
          </p:cNvPr>
          <p:cNvSpPr/>
          <p:nvPr/>
        </p:nvSpPr>
        <p:spPr>
          <a:xfrm flipH="1">
            <a:off x="4861367" y="3657403"/>
            <a:ext cx="6825964" cy="5408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1F55DE">
                  <a:alpha val="0"/>
                </a:srgbClr>
              </a:gs>
              <a:gs pos="100000">
                <a:srgbClr val="1F55DE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6B73C5-6707-D0C3-98FC-A51CFC5C5F4F}"/>
              </a:ext>
            </a:extLst>
          </p:cNvPr>
          <p:cNvCxnSpPr>
            <a:cxnSpLocks/>
          </p:cNvCxnSpPr>
          <p:nvPr/>
        </p:nvCxnSpPr>
        <p:spPr>
          <a:xfrm flipH="1">
            <a:off x="6010299" y="3927818"/>
            <a:ext cx="1758595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BA387AE-6E41-4C22-23CF-9671AABBADE0}"/>
              </a:ext>
            </a:extLst>
          </p:cNvPr>
          <p:cNvSpPr txBox="1"/>
          <p:nvPr/>
        </p:nvSpPr>
        <p:spPr>
          <a:xfrm flipH="1">
            <a:off x="8098828" y="3743153"/>
            <a:ext cx="2333972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i="1" dirty="0">
                <a:latin typeface="Segoe UI Light" panose="020B0502040204020203" pitchFamily="34" charset="0"/>
                <a:cs typeface="Segoe UI" panose="020B0502040204020203" pitchFamily="34" charset="0"/>
              </a:rPr>
              <a:t>En el </a:t>
            </a:r>
            <a:r>
              <a:rPr lang="en-US" sz="2400" i="1" dirty="0" err="1">
                <a:latin typeface="Segoe UI Light" panose="020B0502040204020203" pitchFamily="34" charset="0"/>
                <a:cs typeface="Segoe UI" panose="020B0502040204020203" pitchFamily="34" charset="0"/>
              </a:rPr>
              <a:t>atributo</a:t>
            </a:r>
            <a:r>
              <a:rPr lang="en-US" sz="2400" i="1" dirty="0">
                <a:latin typeface="Segoe UI Light" panose="020B0502040204020203" pitchFamily="34" charset="0"/>
                <a:cs typeface="Segoe UI" panose="020B0502040204020203" pitchFamily="34" charset="0"/>
              </a:rPr>
              <a:t> style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2A74C91-7E0E-96CF-6A08-9C29A8467008}"/>
              </a:ext>
            </a:extLst>
          </p:cNvPr>
          <p:cNvSpPr/>
          <p:nvPr/>
        </p:nvSpPr>
        <p:spPr>
          <a:xfrm>
            <a:off x="1528100" y="2789346"/>
            <a:ext cx="469081" cy="469081"/>
          </a:xfrm>
          <a:prstGeom prst="ellipse">
            <a:avLst/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25" name="Rounded Rectangle 6">
            <a:extLst>
              <a:ext uri="{FF2B5EF4-FFF2-40B4-BE49-F238E27FC236}">
                <a16:creationId xmlns:a16="http://schemas.microsoft.com/office/drawing/2014/main" id="{304DAD4C-B280-FDD3-8A63-8453669AC0E4}"/>
              </a:ext>
            </a:extLst>
          </p:cNvPr>
          <p:cNvSpPr/>
          <p:nvPr/>
        </p:nvSpPr>
        <p:spPr>
          <a:xfrm flipH="1">
            <a:off x="4861367" y="4594952"/>
            <a:ext cx="6825964" cy="5408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1F55DE">
                  <a:alpha val="0"/>
                </a:srgbClr>
              </a:gs>
              <a:gs pos="100000">
                <a:srgbClr val="1F55DE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8264B70-DB38-C0E7-3687-C14F1EE07BF8}"/>
              </a:ext>
            </a:extLst>
          </p:cNvPr>
          <p:cNvCxnSpPr>
            <a:cxnSpLocks/>
          </p:cNvCxnSpPr>
          <p:nvPr/>
        </p:nvCxnSpPr>
        <p:spPr>
          <a:xfrm flipH="1">
            <a:off x="6010299" y="4865367"/>
            <a:ext cx="1758595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31FBB1-1670-F182-1C43-416A36996A99}"/>
              </a:ext>
            </a:extLst>
          </p:cNvPr>
          <p:cNvSpPr txBox="1"/>
          <p:nvPr/>
        </p:nvSpPr>
        <p:spPr>
          <a:xfrm flipH="1">
            <a:off x="8098828" y="4680702"/>
            <a:ext cx="3076163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i="1" dirty="0" err="1">
                <a:latin typeface="Segoe UI Light" panose="020B0502040204020203" pitchFamily="34" charset="0"/>
                <a:cs typeface="Segoe UI" panose="020B0502040204020203" pitchFamily="34" charset="0"/>
              </a:rPr>
              <a:t>Etiqueta</a:t>
            </a:r>
            <a:r>
              <a:rPr lang="en-US" sz="2400" i="1" dirty="0">
                <a:latin typeface="Segoe UI Light" panose="020B0502040204020203" pitchFamily="34" charset="0"/>
                <a:cs typeface="Segoe UI" panose="020B0502040204020203" pitchFamily="34" charset="0"/>
              </a:rPr>
              <a:t> style </a:t>
            </a:r>
            <a:r>
              <a:rPr lang="en-US" sz="2400" i="1" dirty="0" err="1">
                <a:latin typeface="Segoe UI Light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400" i="1" dirty="0">
                <a:latin typeface="Segoe UI Light" panose="020B0502040204020203" pitchFamily="34" charset="0"/>
                <a:cs typeface="Segoe UI" panose="020B0502040204020203" pitchFamily="34" charset="0"/>
              </a:rPr>
              <a:t> el head</a:t>
            </a:r>
          </a:p>
        </p:txBody>
      </p:sp>
      <p:sp>
        <p:nvSpPr>
          <p:cNvPr id="29" name="Rounded Rectangle 6">
            <a:extLst>
              <a:ext uri="{FF2B5EF4-FFF2-40B4-BE49-F238E27FC236}">
                <a16:creationId xmlns:a16="http://schemas.microsoft.com/office/drawing/2014/main" id="{80984BE6-3FA2-1BB5-B7E9-6D520E15333C}"/>
              </a:ext>
            </a:extLst>
          </p:cNvPr>
          <p:cNvSpPr/>
          <p:nvPr/>
        </p:nvSpPr>
        <p:spPr>
          <a:xfrm flipH="1">
            <a:off x="4861367" y="5532502"/>
            <a:ext cx="6825964" cy="5408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1F55DE">
                  <a:alpha val="0"/>
                </a:srgbClr>
              </a:gs>
              <a:gs pos="100000">
                <a:srgbClr val="1F55DE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2358120-760D-A184-1C89-6A7B50ED2A95}"/>
              </a:ext>
            </a:extLst>
          </p:cNvPr>
          <p:cNvCxnSpPr>
            <a:cxnSpLocks/>
          </p:cNvCxnSpPr>
          <p:nvPr/>
        </p:nvCxnSpPr>
        <p:spPr>
          <a:xfrm flipH="1">
            <a:off x="6010299" y="5802917"/>
            <a:ext cx="1758595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57B9A1F-81EF-BBE3-1FAF-97E233F0457F}"/>
              </a:ext>
            </a:extLst>
          </p:cNvPr>
          <p:cNvSpPr txBox="1"/>
          <p:nvPr/>
        </p:nvSpPr>
        <p:spPr>
          <a:xfrm flipH="1">
            <a:off x="8098828" y="5618252"/>
            <a:ext cx="2302682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i="1" dirty="0">
                <a:latin typeface="Segoe UI Light" panose="020B0502040204020203" pitchFamily="34" charset="0"/>
                <a:cs typeface="Segoe UI" panose="020B0502040204020203" pitchFamily="34" charset="0"/>
              </a:rPr>
              <a:t>En un archive CSS</a:t>
            </a:r>
          </a:p>
        </p:txBody>
      </p:sp>
      <p:sp>
        <p:nvSpPr>
          <p:cNvPr id="69" name="Rectangle: Top Corners Rounded 68">
            <a:extLst>
              <a:ext uri="{FF2B5EF4-FFF2-40B4-BE49-F238E27FC236}">
                <a16:creationId xmlns:a16="http://schemas.microsoft.com/office/drawing/2014/main" id="{A9CE896F-7C2C-61C6-6B9A-AC9A546EE9B9}"/>
              </a:ext>
            </a:extLst>
          </p:cNvPr>
          <p:cNvSpPr/>
          <p:nvPr/>
        </p:nvSpPr>
        <p:spPr>
          <a:xfrm rot="16200000">
            <a:off x="9475009" y="346247"/>
            <a:ext cx="468312" cy="496567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1F55DE"/>
              </a:gs>
              <a:gs pos="100000">
                <a:srgbClr val="3EC97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1995F6-9A64-FCA1-0B18-1D797B786B9B}"/>
              </a:ext>
            </a:extLst>
          </p:cNvPr>
          <p:cNvCxnSpPr>
            <a:cxnSpLocks/>
          </p:cNvCxnSpPr>
          <p:nvPr/>
        </p:nvCxnSpPr>
        <p:spPr>
          <a:xfrm>
            <a:off x="2434281" y="2829083"/>
            <a:ext cx="4792048" cy="0"/>
          </a:xfrm>
          <a:prstGeom prst="line">
            <a:avLst/>
          </a:prstGeom>
          <a:ln>
            <a:solidFill>
              <a:srgbClr val="3EC97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035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</TotalTime>
  <Words>206</Words>
  <Application>Microsoft Office PowerPoint</Application>
  <PresentationFormat>Panorámica</PresentationFormat>
  <Paragraphs>51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Segoe UI Light</vt:lpstr>
      <vt:lpstr>Tema de Office</vt:lpstr>
      <vt:lpstr>MÁS ETIQUETAS E INTRODUCCIÓN A CSS</vt:lpstr>
      <vt:lpstr>Pero antes, recordemos un poco de la clase anterior</vt:lpstr>
      <vt:lpstr>¿SÓLO EXISTEN ESAS ETIQUETAS?</vt:lpstr>
      <vt:lpstr>¿POR QUÉ SE VEN TAN BÁSICAS?</vt:lpstr>
      <vt:lpstr>Presentación de PowerPoint</vt:lpstr>
      <vt:lpstr>¿DÓNDE SE PONEN LOS ESTILOS?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Erick Aguilar</dc:creator>
  <cp:lastModifiedBy>Erick Aguilar</cp:lastModifiedBy>
  <cp:revision>1</cp:revision>
  <dcterms:created xsi:type="dcterms:W3CDTF">2026-07-11T03:55:06Z</dcterms:created>
  <dcterms:modified xsi:type="dcterms:W3CDTF">2026-07-11T04:55:47Z</dcterms:modified>
</cp:coreProperties>
</file>