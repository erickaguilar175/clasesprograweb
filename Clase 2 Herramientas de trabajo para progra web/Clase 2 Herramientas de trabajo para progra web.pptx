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1"/>
  </p:notesMasterIdLst>
  <p:sldIdLst>
    <p:sldId id="261" r:id="rId3"/>
    <p:sldId id="262" r:id="rId4"/>
    <p:sldId id="263" r:id="rId5"/>
    <p:sldId id="270" r:id="rId6"/>
    <p:sldId id="266" r:id="rId7"/>
    <p:sldId id="272" r:id="rId8"/>
    <p:sldId id="273" r:id="rId9"/>
    <p:sldId id="274" r:id="rId10"/>
  </p:sldIdLst>
  <p:sldSz cx="12192000" cy="6858000"/>
  <p:notesSz cx="6858000" cy="9144000"/>
  <p:defaultTextStyle>
    <a:defPPr>
      <a:defRPr lang="es-E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28" y="4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7425412" name="Marcador de encabezado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364575201" name="Marcador de fech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s-ES"/>
              <a:t>02/07/2026</a:t>
            </a:fld>
            <a:endParaRPr lang="es-ES"/>
          </a:p>
        </p:txBody>
      </p:sp>
      <p:sp>
        <p:nvSpPr>
          <p:cNvPr id="1768664091" name="Marcador de imagen de diapositiva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s-ES"/>
          </a:p>
        </p:txBody>
      </p:sp>
      <p:sp>
        <p:nvSpPr>
          <p:cNvPr id="1131839848" name="Marcador de nota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</a:p>
        </p:txBody>
      </p:sp>
      <p:sp>
        <p:nvSpPr>
          <p:cNvPr id="1513933293" name="Marcador de pie de página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79729492" name="Marcador de número de diapositiva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s-ES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bg>
      <p:bgPr>
        <a:gradFill>
          <a:gsLst>
            <a:gs pos="0">
              <a:schemeClr val="accent1">
                <a:lumMod val="50000"/>
              </a:schemeClr>
            </a:gs>
            <a:gs pos="30000">
              <a:schemeClr val="accent1">
                <a:lumMod val="75000"/>
              </a:schemeClr>
            </a:gs>
            <a:gs pos="60000">
              <a:schemeClr val="bg2">
                <a:lumMod val="25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17704018" name="Imagen 617704017"/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14394"/>
          <a:stretch/>
        </p:blipFill>
        <p:spPr bwMode="auto">
          <a:xfrm>
            <a:off x="23810" y="-25030"/>
            <a:ext cx="7882774" cy="6883030"/>
          </a:xfrm>
          <a:prstGeom prst="rect">
            <a:avLst/>
          </a:prstGeom>
        </p:spPr>
      </p:pic>
      <p:pic>
        <p:nvPicPr>
          <p:cNvPr id="1548126753" name="Imagen 1548126752"/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tretch/>
        </p:blipFill>
        <p:spPr bwMode="auto">
          <a:xfrm rot="5399999">
            <a:off x="42861" y="-42861"/>
            <a:ext cx="4286250" cy="4371975"/>
          </a:xfrm>
          <a:prstGeom prst="rect">
            <a:avLst/>
          </a:prstGeom>
        </p:spPr>
      </p:pic>
      <p:pic>
        <p:nvPicPr>
          <p:cNvPr id="1028793404" name="Imagen 1028793403"/>
          <p:cNvPicPr>
            <a:picLocks noChangeAspect="1"/>
          </p:cNvPicPr>
          <p:nvPr/>
        </p:nvPicPr>
        <p:blipFill rotWithShape="1">
          <a:blip r:embed="rId3">
            <a:alphaModFix amt="49999"/>
          </a:blip>
          <a:stretch/>
        </p:blipFill>
        <p:spPr bwMode="auto">
          <a:xfrm>
            <a:off x="4329781" y="-22155"/>
            <a:ext cx="7862214" cy="3467097"/>
          </a:xfrm>
          <a:prstGeom prst="rect">
            <a:avLst/>
          </a:prstGeom>
        </p:spPr>
      </p:pic>
      <p:sp>
        <p:nvSpPr>
          <p:cNvPr id="542248282" name="Forma libre: forma 542248281"/>
          <p:cNvSpPr/>
          <p:nvPr/>
        </p:nvSpPr>
        <p:spPr bwMode="auto">
          <a:xfrm>
            <a:off x="9272456" y="1228495"/>
            <a:ext cx="2919538" cy="1602999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0" y="0"/>
                </a:moveTo>
                <a:lnTo>
                  <a:pt x="43200" y="0"/>
                </a:lnTo>
                <a:lnTo>
                  <a:pt x="42897" y="42945"/>
                </a:lnTo>
                <a:lnTo>
                  <a:pt x="0" y="43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8000">
                <a:schemeClr val="accent4">
                  <a:lumMod val="75000"/>
                  <a:alpha val="69000"/>
                </a:schemeClr>
              </a:gs>
              <a:gs pos="57000">
                <a:schemeClr val="accent1">
                  <a:lumMod val="75000"/>
                  <a:alpha val="69000"/>
                </a:schemeClr>
              </a:gs>
              <a:gs pos="100000">
                <a:schemeClr val="accent1">
                  <a:lumMod val="50000"/>
                  <a:alpha val="69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0701565" name="Forma libre: forma 1890701564"/>
          <p:cNvSpPr/>
          <p:nvPr/>
        </p:nvSpPr>
        <p:spPr bwMode="auto">
          <a:xfrm>
            <a:off x="11283660" y="2268631"/>
            <a:ext cx="908336" cy="2474363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0" y="0"/>
                </a:moveTo>
                <a:lnTo>
                  <a:pt x="43200" y="0"/>
                </a:lnTo>
                <a:lnTo>
                  <a:pt x="43200" y="35439"/>
                </a:lnTo>
                <a:lnTo>
                  <a:pt x="1752" y="43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1308582" name="Forma libre: forma 291308581"/>
          <p:cNvSpPr/>
          <p:nvPr/>
        </p:nvSpPr>
        <p:spPr bwMode="auto">
          <a:xfrm>
            <a:off x="11161980" y="3265119"/>
            <a:ext cx="1049067" cy="1771533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855" y="43200"/>
                </a:moveTo>
                <a:lnTo>
                  <a:pt x="0" y="0"/>
                </a:lnTo>
                <a:lnTo>
                  <a:pt x="43200" y="21599"/>
                </a:lnTo>
                <a:lnTo>
                  <a:pt x="855" y="43200"/>
                </a:lnTo>
                <a:close/>
              </a:path>
            </a:pathLst>
          </a:custGeom>
          <a:gradFill>
            <a:gsLst>
              <a:gs pos="38000">
                <a:schemeClr val="accent4">
                  <a:lumMod val="50000"/>
                  <a:alpha val="67000"/>
                </a:schemeClr>
              </a:gs>
              <a:gs pos="100000">
                <a:schemeClr val="accent1">
                  <a:lumMod val="75000"/>
                  <a:alpha val="67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6126093" name="Forma libre: forma 316126092"/>
          <p:cNvSpPr/>
          <p:nvPr/>
        </p:nvSpPr>
        <p:spPr bwMode="auto">
          <a:xfrm>
            <a:off x="11430643" y="4127815"/>
            <a:ext cx="780401" cy="2730180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0" y="9538"/>
                </a:moveTo>
                <a:lnTo>
                  <a:pt x="43200" y="0"/>
                </a:lnTo>
                <a:lnTo>
                  <a:pt x="42524" y="43200"/>
                </a:lnTo>
                <a:lnTo>
                  <a:pt x="446" y="43200"/>
                </a:lnTo>
                <a:lnTo>
                  <a:pt x="0" y="9538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75000">
                <a:schemeClr val="accent1">
                  <a:lumMod val="5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81332176" name="Forma libre: forma 981332175"/>
          <p:cNvSpPr/>
          <p:nvPr/>
        </p:nvSpPr>
        <p:spPr bwMode="auto">
          <a:xfrm>
            <a:off x="9776289" y="5974218"/>
            <a:ext cx="1803717" cy="888777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781" y="501"/>
                </a:moveTo>
                <a:lnTo>
                  <a:pt x="43086" y="0"/>
                </a:lnTo>
                <a:lnTo>
                  <a:pt x="43200" y="43166"/>
                </a:lnTo>
                <a:cubicBezTo>
                  <a:pt x="28800" y="43177"/>
                  <a:pt x="14400" y="43188"/>
                  <a:pt x="0" y="43200"/>
                </a:cubicBezTo>
                <a:lnTo>
                  <a:pt x="781" y="501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47942427" name="Forma libre: forma 1347942426"/>
          <p:cNvSpPr/>
          <p:nvPr/>
        </p:nvSpPr>
        <p:spPr bwMode="auto">
          <a:xfrm>
            <a:off x="6048762" y="1206109"/>
            <a:ext cx="2805194" cy="2651301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0" y="22827"/>
                </a:moveTo>
                <a:lnTo>
                  <a:pt x="41604" y="0"/>
                </a:lnTo>
                <a:lnTo>
                  <a:pt x="43200" y="41999"/>
                </a:lnTo>
                <a:lnTo>
                  <a:pt x="1018" y="43200"/>
                </a:lnTo>
                <a:lnTo>
                  <a:pt x="0" y="22827"/>
                </a:lnTo>
                <a:close/>
              </a:path>
            </a:pathLst>
          </a:custGeom>
          <a:gradFill>
            <a:gsLst>
              <a:gs pos="2000">
                <a:schemeClr val="accent1">
                  <a:lumMod val="50000"/>
                </a:schemeClr>
              </a:gs>
              <a:gs pos="46000">
                <a:schemeClr val="accent2">
                  <a:lumMod val="50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90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7012408" name="Forma libre: forma 717012407"/>
          <p:cNvSpPr/>
          <p:nvPr/>
        </p:nvSpPr>
        <p:spPr bwMode="auto">
          <a:xfrm>
            <a:off x="6022359" y="2611602"/>
            <a:ext cx="857972" cy="4244103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1288" y="0"/>
                </a:moveTo>
                <a:lnTo>
                  <a:pt x="43200" y="4940"/>
                </a:lnTo>
                <a:lnTo>
                  <a:pt x="43200" y="43200"/>
                </a:lnTo>
                <a:lnTo>
                  <a:pt x="0" y="43200"/>
                </a:lnTo>
                <a:lnTo>
                  <a:pt x="1288" y="0"/>
                </a:lnTo>
                <a:close/>
              </a:path>
            </a:pathLst>
          </a:custGeom>
          <a:gradFill>
            <a:gsLst>
              <a:gs pos="30000">
                <a:schemeClr val="accent2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7655859" name="Forma libre: forma 497655858"/>
          <p:cNvSpPr/>
          <p:nvPr/>
        </p:nvSpPr>
        <p:spPr bwMode="auto">
          <a:xfrm>
            <a:off x="6865785" y="1711391"/>
            <a:ext cx="2738909" cy="2607865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194" y="22952"/>
                </a:moveTo>
                <a:lnTo>
                  <a:pt x="42160" y="0"/>
                </a:lnTo>
                <a:lnTo>
                  <a:pt x="43200" y="41980"/>
                </a:lnTo>
                <a:lnTo>
                  <a:pt x="0" y="43200"/>
                </a:lnTo>
                <a:lnTo>
                  <a:pt x="194" y="22952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31000">
                <a:schemeClr val="accent1">
                  <a:lumMod val="75000"/>
                </a:schemeClr>
              </a:gs>
              <a:gs pos="75000">
                <a:schemeClr val="accent2">
                  <a:lumMod val="5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7319011" name="Forma libre: forma 747319010"/>
          <p:cNvSpPr/>
          <p:nvPr/>
        </p:nvSpPr>
        <p:spPr bwMode="auto">
          <a:xfrm>
            <a:off x="9776289" y="5935142"/>
            <a:ext cx="1803690" cy="922853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780" y="2077"/>
                </a:moveTo>
                <a:lnTo>
                  <a:pt x="43087" y="0"/>
                </a:lnTo>
                <a:lnTo>
                  <a:pt x="43200" y="43166"/>
                </a:lnTo>
                <a:cubicBezTo>
                  <a:pt x="28800" y="43177"/>
                  <a:pt x="14400" y="43188"/>
                  <a:pt x="0" y="43200"/>
                </a:cubicBezTo>
                <a:lnTo>
                  <a:pt x="780" y="2077"/>
                </a:lnTo>
                <a:close/>
              </a:path>
            </a:pathLst>
          </a:custGeom>
          <a:gradFill>
            <a:gsLst>
              <a:gs pos="57000">
                <a:schemeClr val="accent1">
                  <a:lumMod val="50000"/>
                  <a:alpha val="87000"/>
                </a:schemeClr>
              </a:gs>
              <a:gs pos="100000">
                <a:schemeClr val="accent1">
                  <a:alpha val="87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5520837" name="Forma libre: forma 1765520836"/>
          <p:cNvSpPr/>
          <p:nvPr/>
        </p:nvSpPr>
        <p:spPr bwMode="auto">
          <a:xfrm>
            <a:off x="6685002" y="4026928"/>
            <a:ext cx="891333" cy="2831067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142" y="0"/>
                </a:moveTo>
                <a:lnTo>
                  <a:pt x="43014" y="12607"/>
                </a:lnTo>
                <a:lnTo>
                  <a:pt x="43200" y="43200"/>
                </a:lnTo>
                <a:lnTo>
                  <a:pt x="0" y="43199"/>
                </a:lnTo>
                <a:lnTo>
                  <a:pt x="142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</a:schemeClr>
              </a:gs>
              <a:gs pos="100000">
                <a:schemeClr val="tx2"/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3032912" name="Forma libre: forma 553032911"/>
          <p:cNvSpPr/>
          <p:nvPr/>
        </p:nvSpPr>
        <p:spPr bwMode="auto">
          <a:xfrm>
            <a:off x="8611040" y="5895378"/>
            <a:ext cx="1769769" cy="962616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142" y="0"/>
                </a:moveTo>
                <a:lnTo>
                  <a:pt x="43014" y="12607"/>
                </a:lnTo>
                <a:lnTo>
                  <a:pt x="43200" y="43200"/>
                </a:lnTo>
                <a:lnTo>
                  <a:pt x="0" y="43199"/>
                </a:lnTo>
                <a:lnTo>
                  <a:pt x="142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4441306" name="Forma libre: forma 1764441305"/>
          <p:cNvSpPr/>
          <p:nvPr/>
        </p:nvSpPr>
        <p:spPr bwMode="auto">
          <a:xfrm>
            <a:off x="6402942" y="4064238"/>
            <a:ext cx="4646646" cy="2062872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0" y="0"/>
                </a:moveTo>
                <a:lnTo>
                  <a:pt x="15420" y="1065"/>
                </a:lnTo>
                <a:lnTo>
                  <a:pt x="43199" y="30410"/>
                </a:lnTo>
                <a:lnTo>
                  <a:pt x="33965" y="43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9000">
                <a:schemeClr val="accent1"/>
              </a:gs>
              <a:gs pos="100000">
                <a:schemeClr val="tx2"/>
              </a:gs>
            </a:gsLst>
            <a:lin ang="3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55267630" name="Forma libre: forma 1255267629"/>
          <p:cNvSpPr/>
          <p:nvPr/>
        </p:nvSpPr>
        <p:spPr bwMode="auto">
          <a:xfrm>
            <a:off x="8030333" y="1252382"/>
            <a:ext cx="1789995" cy="3843288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643" y="0"/>
                </a:moveTo>
                <a:lnTo>
                  <a:pt x="43030" y="10271"/>
                </a:lnTo>
                <a:lnTo>
                  <a:pt x="43200" y="43200"/>
                </a:lnTo>
                <a:lnTo>
                  <a:pt x="0" y="32147"/>
                </a:lnTo>
                <a:lnTo>
                  <a:pt x="643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390402" name="Forma libre: forma 76390401"/>
          <p:cNvSpPr/>
          <p:nvPr/>
        </p:nvSpPr>
        <p:spPr bwMode="auto">
          <a:xfrm>
            <a:off x="6407388" y="3160017"/>
            <a:ext cx="1637385" cy="1039611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0" y="37479"/>
                </a:moveTo>
                <a:lnTo>
                  <a:pt x="43198" y="0"/>
                </a:lnTo>
                <a:lnTo>
                  <a:pt x="43200" y="43200"/>
                </a:lnTo>
                <a:lnTo>
                  <a:pt x="0" y="37668"/>
                </a:lnTo>
                <a:lnTo>
                  <a:pt x="0" y="37479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68000">
                <a:schemeClr val="accent1"/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7984145" name="Forma libre: forma 667984144"/>
          <p:cNvSpPr/>
          <p:nvPr/>
        </p:nvSpPr>
        <p:spPr bwMode="auto">
          <a:xfrm>
            <a:off x="6826344" y="4114497"/>
            <a:ext cx="3569388" cy="1735488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0" y="4878"/>
                </a:moveTo>
                <a:lnTo>
                  <a:pt x="14649" y="0"/>
                </a:lnTo>
                <a:lnTo>
                  <a:pt x="43200" y="33662"/>
                </a:lnTo>
                <a:lnTo>
                  <a:pt x="33573" y="43200"/>
                </a:lnTo>
                <a:lnTo>
                  <a:pt x="0" y="4878"/>
                </a:lnTo>
                <a:close/>
              </a:path>
            </a:pathLst>
          </a:custGeom>
          <a:gradFill>
            <a:gsLst>
              <a:gs pos="38000">
                <a:schemeClr val="tx2">
                  <a:alpha val="15000"/>
                </a:schemeClr>
              </a:gs>
              <a:gs pos="99000">
                <a:schemeClr val="accent1">
                  <a:alpha val="15000"/>
                </a:schemeClr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526660" name="Forma libre: forma 30526659"/>
          <p:cNvSpPr/>
          <p:nvPr/>
        </p:nvSpPr>
        <p:spPr bwMode="auto">
          <a:xfrm>
            <a:off x="8032788" y="1251227"/>
            <a:ext cx="1779906" cy="3887919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383" y="0"/>
                </a:moveTo>
                <a:lnTo>
                  <a:pt x="42920" y="10124"/>
                </a:lnTo>
                <a:lnTo>
                  <a:pt x="43200" y="43200"/>
                </a:lnTo>
                <a:lnTo>
                  <a:pt x="0" y="31881"/>
                </a:lnTo>
                <a:lnTo>
                  <a:pt x="383" y="0"/>
                </a:lnTo>
                <a:close/>
              </a:path>
            </a:pathLst>
          </a:custGeom>
          <a:gradFill>
            <a:gsLst>
              <a:gs pos="0">
                <a:schemeClr val="tx2">
                  <a:alpha val="80000"/>
                </a:schemeClr>
              </a:gs>
              <a:gs pos="46000">
                <a:schemeClr val="accent1">
                  <a:lumMod val="75000"/>
                  <a:alpha val="80000"/>
                </a:schemeClr>
              </a:gs>
              <a:gs pos="100000">
                <a:schemeClr val="tx2">
                  <a:lumMod val="75000"/>
                  <a:alpha val="80000"/>
                </a:schemeClr>
              </a:gs>
            </a:gsLst>
            <a:lin ang="5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45888491" name="Forma libre: forma 1245888490"/>
          <p:cNvSpPr/>
          <p:nvPr/>
        </p:nvSpPr>
        <p:spPr bwMode="auto">
          <a:xfrm>
            <a:off x="9583797" y="3193303"/>
            <a:ext cx="907483" cy="2780910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0" y="25"/>
                </a:moveTo>
                <a:lnTo>
                  <a:pt x="42548" y="0"/>
                </a:lnTo>
                <a:lnTo>
                  <a:pt x="43200" y="43200"/>
                </a:lnTo>
                <a:lnTo>
                  <a:pt x="284" y="34954"/>
                </a:lnTo>
                <a:lnTo>
                  <a:pt x="0" y="25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5208848" name="Forma libre: forma 1685208847"/>
          <p:cNvSpPr/>
          <p:nvPr/>
        </p:nvSpPr>
        <p:spPr bwMode="auto">
          <a:xfrm>
            <a:off x="9584388" y="3114468"/>
            <a:ext cx="907482" cy="2780910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0" y="25"/>
                </a:moveTo>
                <a:lnTo>
                  <a:pt x="42548" y="0"/>
                </a:lnTo>
                <a:lnTo>
                  <a:pt x="43200" y="43200"/>
                </a:lnTo>
                <a:lnTo>
                  <a:pt x="251" y="35333"/>
                </a:lnTo>
                <a:lnTo>
                  <a:pt x="0" y="25"/>
                </a:lnTo>
                <a:close/>
              </a:path>
            </a:pathLst>
          </a:custGeom>
          <a:gradFill>
            <a:gsLst>
              <a:gs pos="1000">
                <a:schemeClr val="tx2">
                  <a:alpha val="70000"/>
                </a:schemeClr>
              </a:gs>
              <a:gs pos="69000">
                <a:schemeClr val="accent1">
                  <a:lumMod val="75000"/>
                  <a:alpha val="70000"/>
                </a:schemeClr>
              </a:gs>
              <a:gs pos="89000">
                <a:schemeClr val="accent1">
                  <a:alpha val="70000"/>
                </a:schemeClr>
              </a:gs>
            </a:gsLst>
            <a:lin ang="90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40458722" name="Forma libre: forma 2140458721"/>
          <p:cNvSpPr/>
          <p:nvPr/>
        </p:nvSpPr>
        <p:spPr bwMode="auto">
          <a:xfrm>
            <a:off x="8480746" y="2977526"/>
            <a:ext cx="889173" cy="1474841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0" y="0"/>
                </a:moveTo>
                <a:lnTo>
                  <a:pt x="43200" y="14860"/>
                </a:lnTo>
                <a:lnTo>
                  <a:pt x="43024" y="43200"/>
                </a:lnTo>
                <a:lnTo>
                  <a:pt x="0" y="2873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3486671" name="Forma libre: forma 1333486670"/>
          <p:cNvSpPr/>
          <p:nvPr/>
        </p:nvSpPr>
        <p:spPr bwMode="auto">
          <a:xfrm>
            <a:off x="8498444" y="2979145"/>
            <a:ext cx="1705698" cy="508761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21993" y="43200"/>
                </a:moveTo>
                <a:cubicBezTo>
                  <a:pt x="21993" y="43200"/>
                  <a:pt x="0" y="0"/>
                  <a:pt x="0" y="0"/>
                </a:cubicBezTo>
                <a:cubicBezTo>
                  <a:pt x="0" y="0"/>
                  <a:pt x="39807" y="4466"/>
                  <a:pt x="43200" y="3708"/>
                </a:cubicBezTo>
                <a:cubicBezTo>
                  <a:pt x="39656" y="10532"/>
                  <a:pt x="21993" y="43200"/>
                  <a:pt x="21993" y="43200"/>
                </a:cubicBezTo>
                <a:close/>
              </a:path>
            </a:pathLst>
          </a:custGeom>
          <a:gradFill>
            <a:gsLst>
              <a:gs pos="8000">
                <a:schemeClr val="accent4">
                  <a:lumMod val="75000"/>
                  <a:alpha val="55000"/>
                </a:schemeClr>
              </a:gs>
              <a:gs pos="54000">
                <a:srgbClr val="7ACCB5">
                  <a:alpha val="55000"/>
                </a:srgbClr>
              </a:gs>
              <a:gs pos="100000">
                <a:schemeClr val="bg1">
                  <a:alpha val="55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552961" name="Forma libre: forma 2131552960"/>
          <p:cNvSpPr/>
          <p:nvPr/>
        </p:nvSpPr>
        <p:spPr bwMode="auto">
          <a:xfrm>
            <a:off x="8469625" y="2970954"/>
            <a:ext cx="900292" cy="1483034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0" y="0"/>
                </a:moveTo>
                <a:lnTo>
                  <a:pt x="43200" y="15016"/>
                </a:lnTo>
                <a:lnTo>
                  <a:pt x="43026" y="43200"/>
                </a:lnTo>
                <a:lnTo>
                  <a:pt x="533" y="2881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4">
                  <a:lumMod val="75000"/>
                  <a:alpha val="80000"/>
                </a:schemeClr>
              </a:gs>
              <a:gs pos="73000">
                <a:schemeClr val="accent1">
                  <a:lumMod val="50000"/>
                  <a:alpha val="80000"/>
                </a:schemeClr>
              </a:gs>
              <a:gs pos="100000">
                <a:schemeClr val="tx2">
                  <a:alpha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943267" name="Forma libre: forma 112943266"/>
          <p:cNvSpPr/>
          <p:nvPr/>
        </p:nvSpPr>
        <p:spPr bwMode="auto">
          <a:xfrm>
            <a:off x="8043379" y="807889"/>
            <a:ext cx="3543276" cy="2680016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5317" y="34989"/>
                </a:moveTo>
                <a:cubicBezTo>
                  <a:pt x="5317" y="34989"/>
                  <a:pt x="21094" y="23367"/>
                  <a:pt x="21094" y="23367"/>
                </a:cubicBezTo>
                <a:cubicBezTo>
                  <a:pt x="21094" y="23367"/>
                  <a:pt x="0" y="7199"/>
                  <a:pt x="0" y="7199"/>
                </a:cubicBezTo>
                <a:cubicBezTo>
                  <a:pt x="0" y="7199"/>
                  <a:pt x="10740" y="20"/>
                  <a:pt x="10740" y="20"/>
                </a:cubicBezTo>
                <a:cubicBezTo>
                  <a:pt x="10740" y="20"/>
                  <a:pt x="10636" y="-308"/>
                  <a:pt x="31693" y="15141"/>
                </a:cubicBezTo>
                <a:lnTo>
                  <a:pt x="43200" y="23469"/>
                </a:lnTo>
                <a:cubicBezTo>
                  <a:pt x="43200" y="23469"/>
                  <a:pt x="43159" y="23581"/>
                  <a:pt x="43159" y="23581"/>
                </a:cubicBezTo>
                <a:cubicBezTo>
                  <a:pt x="43159" y="23581"/>
                  <a:pt x="16134" y="43200"/>
                  <a:pt x="16134" y="43200"/>
                </a:cubicBezTo>
                <a:cubicBezTo>
                  <a:pt x="16134" y="43200"/>
                  <a:pt x="5317" y="34989"/>
                  <a:pt x="5317" y="34989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76000">
                <a:schemeClr val="accent4">
                  <a:lumMod val="75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8598016" name="Forma libre: forma 588598015"/>
          <p:cNvSpPr/>
          <p:nvPr/>
        </p:nvSpPr>
        <p:spPr bwMode="auto">
          <a:xfrm>
            <a:off x="6402942" y="4064238"/>
            <a:ext cx="3093013" cy="2801649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0" y="0"/>
                </a:moveTo>
                <a:cubicBezTo>
                  <a:pt x="0" y="0"/>
                  <a:pt x="43200" y="26887"/>
                  <a:pt x="43200" y="26887"/>
                </a:cubicBezTo>
                <a:cubicBezTo>
                  <a:pt x="43200" y="26887"/>
                  <a:pt x="42885" y="34192"/>
                  <a:pt x="42885" y="34192"/>
                </a:cubicBezTo>
                <a:cubicBezTo>
                  <a:pt x="42885" y="34192"/>
                  <a:pt x="7114" y="12140"/>
                  <a:pt x="7114" y="12140"/>
                </a:cubicBezTo>
                <a:cubicBezTo>
                  <a:pt x="7114" y="12140"/>
                  <a:pt x="7157" y="43155"/>
                  <a:pt x="7157" y="43155"/>
                </a:cubicBezTo>
                <a:cubicBezTo>
                  <a:pt x="7157" y="43155"/>
                  <a:pt x="15" y="43200"/>
                  <a:pt x="15" y="43200"/>
                </a:cubicBezTo>
                <a:cubicBezTo>
                  <a:pt x="15" y="43200"/>
                  <a:pt x="63" y="7793"/>
                  <a:pt x="63" y="7793"/>
                </a:cubicBezTo>
                <a:lnTo>
                  <a:pt x="61" y="7792"/>
                </a:lnTo>
                <a:cubicBezTo>
                  <a:pt x="61" y="7792"/>
                  <a:pt x="0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50000">
                <a:schemeClr val="accent4">
                  <a:lumMod val="75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69380836" name="Forma libre: forma 169380835"/>
          <p:cNvSpPr/>
          <p:nvPr/>
        </p:nvSpPr>
        <p:spPr bwMode="auto">
          <a:xfrm>
            <a:off x="8607189" y="5895360"/>
            <a:ext cx="922842" cy="962634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0" y="0"/>
                </a:moveTo>
                <a:lnTo>
                  <a:pt x="41624" y="22771"/>
                </a:lnTo>
                <a:lnTo>
                  <a:pt x="43200" y="43097"/>
                </a:lnTo>
                <a:lnTo>
                  <a:pt x="204" y="43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  <a:alpha val="60000"/>
                </a:schemeClr>
              </a:gs>
              <a:gs pos="100000">
                <a:schemeClr val="accent1">
                  <a:lumMod val="50000"/>
                  <a:alpha val="6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7251504" name="Forma libre: forma 867251503"/>
          <p:cNvSpPr/>
          <p:nvPr/>
        </p:nvSpPr>
        <p:spPr bwMode="auto">
          <a:xfrm>
            <a:off x="8607189" y="5398497"/>
            <a:ext cx="1909379" cy="1038222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0" y="21194"/>
                </a:moveTo>
                <a:lnTo>
                  <a:pt x="22336" y="0"/>
                </a:lnTo>
                <a:lnTo>
                  <a:pt x="43200" y="21400"/>
                </a:lnTo>
                <a:lnTo>
                  <a:pt x="21109" y="43200"/>
                </a:lnTo>
                <a:lnTo>
                  <a:pt x="0" y="21194"/>
                </a:lnTo>
                <a:close/>
              </a:path>
            </a:pathLst>
          </a:custGeom>
          <a:gradFill>
            <a:gsLst>
              <a:gs pos="3000">
                <a:schemeClr val="accent4">
                  <a:lumMod val="50000"/>
                </a:schemeClr>
              </a:gs>
              <a:gs pos="32000">
                <a:schemeClr val="accent4">
                  <a:lumMod val="75000"/>
                </a:schemeClr>
              </a:gs>
              <a:gs pos="80000">
                <a:schemeClr val="accent4">
                  <a:lumMod val="60000"/>
                  <a:lumOff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5774938" name="Forma libre: forma 645774937"/>
          <p:cNvSpPr/>
          <p:nvPr/>
        </p:nvSpPr>
        <p:spPr bwMode="auto">
          <a:xfrm>
            <a:off x="9366296" y="2263297"/>
            <a:ext cx="2218081" cy="4592406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43200" y="8738"/>
                </a:moveTo>
                <a:cubicBezTo>
                  <a:pt x="43200" y="8738"/>
                  <a:pt x="43180" y="35846"/>
                  <a:pt x="43180" y="35846"/>
                </a:cubicBezTo>
                <a:cubicBezTo>
                  <a:pt x="43180" y="35846"/>
                  <a:pt x="22172" y="41208"/>
                  <a:pt x="22172" y="41208"/>
                </a:cubicBezTo>
                <a:cubicBezTo>
                  <a:pt x="22172" y="41208"/>
                  <a:pt x="22130" y="43199"/>
                  <a:pt x="22130" y="43199"/>
                </a:cubicBezTo>
                <a:lnTo>
                  <a:pt x="2505" y="43200"/>
                </a:lnTo>
                <a:cubicBezTo>
                  <a:pt x="2505" y="43200"/>
                  <a:pt x="2406" y="38976"/>
                  <a:pt x="2406" y="38976"/>
                </a:cubicBezTo>
                <a:cubicBezTo>
                  <a:pt x="2406" y="38976"/>
                  <a:pt x="21730" y="34214"/>
                  <a:pt x="21730" y="34214"/>
                </a:cubicBezTo>
                <a:cubicBezTo>
                  <a:pt x="21730" y="34214"/>
                  <a:pt x="21494" y="14718"/>
                  <a:pt x="21494" y="14718"/>
                </a:cubicBezTo>
                <a:cubicBezTo>
                  <a:pt x="21494" y="14718"/>
                  <a:pt x="0" y="20506"/>
                  <a:pt x="0" y="20506"/>
                </a:cubicBezTo>
                <a:cubicBezTo>
                  <a:pt x="0" y="20506"/>
                  <a:pt x="54" y="11337"/>
                  <a:pt x="54" y="11337"/>
                </a:cubicBezTo>
                <a:cubicBezTo>
                  <a:pt x="54" y="11337"/>
                  <a:pt x="43181" y="0"/>
                  <a:pt x="43181" y="0"/>
                </a:cubicBezTo>
                <a:cubicBezTo>
                  <a:pt x="43181" y="0"/>
                  <a:pt x="43181" y="8741"/>
                  <a:pt x="43181" y="8741"/>
                </a:cubicBezTo>
                <a:lnTo>
                  <a:pt x="43200" y="8738"/>
                </a:lnTo>
                <a:close/>
              </a:path>
            </a:pathLst>
          </a:custGeom>
          <a:gradFill>
            <a:gsLst>
              <a:gs pos="50000">
                <a:schemeClr val="accent4"/>
              </a:gs>
              <a:gs pos="100000">
                <a:schemeClr val="accent4">
                  <a:lumMod val="5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474224656" name="Forma libre: forma 1474224655"/>
          <p:cNvSpPr/>
          <p:nvPr/>
        </p:nvSpPr>
        <p:spPr bwMode="auto">
          <a:xfrm>
            <a:off x="8607189" y="5398497"/>
            <a:ext cx="1885257" cy="714646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0" y="30790"/>
                </a:moveTo>
                <a:cubicBezTo>
                  <a:pt x="0" y="30790"/>
                  <a:pt x="22621" y="0"/>
                  <a:pt x="22621" y="0"/>
                </a:cubicBezTo>
                <a:cubicBezTo>
                  <a:pt x="22621" y="0"/>
                  <a:pt x="43200" y="29477"/>
                  <a:pt x="43200" y="29477"/>
                </a:cubicBezTo>
                <a:cubicBezTo>
                  <a:pt x="43200" y="29477"/>
                  <a:pt x="8298" y="43200"/>
                  <a:pt x="8298" y="43200"/>
                </a:cubicBezTo>
                <a:cubicBezTo>
                  <a:pt x="8298" y="43200"/>
                  <a:pt x="0" y="30790"/>
                  <a:pt x="0" y="30790"/>
                </a:cubicBezTo>
                <a:close/>
              </a:path>
            </a:pathLst>
          </a:custGeom>
          <a:gradFill>
            <a:gsLst>
              <a:gs pos="46000">
                <a:schemeClr val="accent1">
                  <a:lumMod val="50000"/>
                  <a:alpha val="15000"/>
                </a:schemeClr>
              </a:gs>
              <a:gs pos="100000">
                <a:schemeClr val="accent4">
                  <a:alpha val="15000"/>
                </a:schemeClr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45385047" name="Title 1"/>
          <p:cNvSpPr>
            <a:spLocks noGrp="1"/>
          </p:cNvSpPr>
          <p:nvPr>
            <p:ph type="ctrTitle"/>
          </p:nvPr>
        </p:nvSpPr>
        <p:spPr bwMode="auto">
          <a:xfrm>
            <a:off x="838197" y="807889"/>
            <a:ext cx="6100603" cy="23875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 fontScale="95000" lnSpcReduction="1000"/>
          </a:bodyPr>
          <a:lstStyle>
            <a:lvl1pPr algn="l">
              <a:defRPr sz="6000"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633234031" name="Subtitle 2"/>
          <p:cNvSpPr>
            <a:spLocks noGrp="1"/>
          </p:cNvSpPr>
          <p:nvPr>
            <p:ph type="subTitle" idx="1"/>
          </p:nvPr>
        </p:nvSpPr>
        <p:spPr bwMode="auto">
          <a:xfrm>
            <a:off x="838197" y="3287565"/>
            <a:ext cx="6100603" cy="165576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l">
              <a:buNone/>
              <a:defRPr sz="2000"/>
            </a:lvl2pPr>
            <a:lvl3pPr marL="914400" indent="0" algn="l">
              <a:buNone/>
              <a:defRPr sz="1800"/>
            </a:lvl3pPr>
            <a:lvl4pPr marL="1371600" indent="0" algn="l">
              <a:buNone/>
              <a:defRPr sz="1600"/>
            </a:lvl4pPr>
            <a:lvl5pPr marL="1828800" indent="0" algn="l">
              <a:buNone/>
              <a:defRPr sz="1600"/>
            </a:lvl5pPr>
            <a:lvl6pPr marL="2286000" indent="0" algn="l">
              <a:buNone/>
              <a:defRPr sz="1600"/>
            </a:lvl6pPr>
            <a:lvl7pPr marL="2743200" indent="0" algn="l">
              <a:buNone/>
              <a:defRPr sz="1600"/>
            </a:lvl7pPr>
            <a:lvl8pPr marL="3200400" indent="0" algn="l">
              <a:buNone/>
              <a:defRPr sz="1600"/>
            </a:lvl8pPr>
            <a:lvl9pPr marL="3657600" indent="0" algn="l">
              <a:buNone/>
              <a:defRPr sz="1600"/>
            </a:lvl9pPr>
          </a:lstStyle>
          <a:p>
            <a:pPr>
              <a:defRPr/>
            </a:pPr>
            <a:r>
              <a:t>Click to edit Master subtitle style</a:t>
            </a:r>
          </a:p>
        </p:txBody>
      </p:sp>
      <p:sp>
        <p:nvSpPr>
          <p:cNvPr id="5089906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7/2/2026</a:t>
            </a:fld>
            <a:endParaRPr/>
          </a:p>
        </p:txBody>
      </p:sp>
      <p:sp>
        <p:nvSpPr>
          <p:cNvPr id="12493805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38084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honeycomb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bg>
      <p:bgPr>
        <a:gradFill>
          <a:gsLst>
            <a:gs pos="0">
              <a:schemeClr val="accent1">
                <a:lumMod val="75000"/>
              </a:schemeClr>
            </a:gs>
            <a:gs pos="32000">
              <a:schemeClr val="accent1"/>
            </a:gs>
            <a:gs pos="100000">
              <a:schemeClr val="bg2">
                <a:lumMod val="25000"/>
              </a:schemeClr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62663517" name="Imagen 462663516"/>
          <p:cNvPicPr>
            <a:picLocks noChangeAspect="1"/>
          </p:cNvPicPr>
          <p:nvPr/>
        </p:nvPicPr>
        <p:blipFill rotWithShape="1">
          <a:blip r:embed="rId2">
            <a:alphaModFix amt="49999"/>
          </a:blip>
          <a:stretch/>
        </p:blipFill>
        <p:spPr bwMode="auto">
          <a:xfrm>
            <a:off x="4329780" y="-22155"/>
            <a:ext cx="7862213" cy="3467097"/>
          </a:xfrm>
          <a:prstGeom prst="rect">
            <a:avLst/>
          </a:prstGeom>
        </p:spPr>
      </p:pic>
      <p:sp>
        <p:nvSpPr>
          <p:cNvPr id="143983191" name="Rectángulo: esquinas redondeadas 143983190"/>
          <p:cNvSpPr/>
          <p:nvPr/>
        </p:nvSpPr>
        <p:spPr bwMode="auto">
          <a:xfrm>
            <a:off x="841248" y="1837347"/>
            <a:ext cx="9871473" cy="4342788"/>
          </a:xfrm>
          <a:prstGeom prst="roundRect">
            <a:avLst>
              <a:gd name="adj" fmla="val 3868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00953305" name="Title 1"/>
          <p:cNvSpPr>
            <a:spLocks noGrp="1"/>
          </p:cNvSpPr>
          <p:nvPr>
            <p:ph type="title"/>
          </p:nvPr>
        </p:nvSpPr>
        <p:spPr bwMode="auto">
          <a:xfrm>
            <a:off x="841246" y="365758"/>
            <a:ext cx="8765391" cy="1325561"/>
          </a:xfrm>
        </p:spPr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99004566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3654685" name="Forma libre: forma 1863654684"/>
          <p:cNvSpPr/>
          <p:nvPr/>
        </p:nvSpPr>
        <p:spPr bwMode="auto">
          <a:xfrm>
            <a:off x="10689336" y="4742676"/>
            <a:ext cx="891333" cy="2115319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496" y="0"/>
                </a:moveTo>
                <a:lnTo>
                  <a:pt x="43014" y="8181"/>
                </a:lnTo>
                <a:lnTo>
                  <a:pt x="43200" y="43200"/>
                </a:lnTo>
                <a:lnTo>
                  <a:pt x="0" y="43198"/>
                </a:lnTo>
                <a:lnTo>
                  <a:pt x="496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  <a:alpha val="80000"/>
                </a:schemeClr>
              </a:gs>
              <a:gs pos="100000">
                <a:schemeClr val="tx2">
                  <a:alpha val="8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4856845" name="Forma libre: forma 1664856844"/>
          <p:cNvSpPr/>
          <p:nvPr/>
        </p:nvSpPr>
        <p:spPr bwMode="auto">
          <a:xfrm rot="15029760">
            <a:off x="10752835" y="2323587"/>
            <a:ext cx="891333" cy="1792242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142" y="0"/>
                </a:moveTo>
                <a:lnTo>
                  <a:pt x="43014" y="12607"/>
                </a:lnTo>
                <a:lnTo>
                  <a:pt x="43200" y="43200"/>
                </a:lnTo>
                <a:lnTo>
                  <a:pt x="0" y="43199"/>
                </a:lnTo>
                <a:lnTo>
                  <a:pt x="142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  <a:alpha val="80000"/>
                </a:schemeClr>
              </a:gs>
              <a:gs pos="100000">
                <a:schemeClr val="tx2">
                  <a:alpha val="8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52243525" name="Forma libre: forma 452243524"/>
          <p:cNvSpPr/>
          <p:nvPr/>
        </p:nvSpPr>
        <p:spPr bwMode="auto">
          <a:xfrm>
            <a:off x="10669787" y="1880658"/>
            <a:ext cx="891333" cy="2831067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142" y="0"/>
                </a:moveTo>
                <a:lnTo>
                  <a:pt x="43014" y="12607"/>
                </a:lnTo>
                <a:lnTo>
                  <a:pt x="43200" y="43200"/>
                </a:lnTo>
                <a:lnTo>
                  <a:pt x="0" y="43199"/>
                </a:lnTo>
                <a:lnTo>
                  <a:pt x="142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</a:schemeClr>
              </a:gs>
              <a:gs pos="100000">
                <a:schemeClr val="tx2"/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6279503" name="Forma libre: forma 736279502"/>
          <p:cNvSpPr/>
          <p:nvPr/>
        </p:nvSpPr>
        <p:spPr bwMode="auto">
          <a:xfrm>
            <a:off x="9996843" y="0"/>
            <a:ext cx="2195154" cy="1567539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0" y="15466"/>
                </a:moveTo>
                <a:cubicBezTo>
                  <a:pt x="0" y="15466"/>
                  <a:pt x="19975" y="0"/>
                  <a:pt x="19975" y="0"/>
                </a:cubicBezTo>
                <a:lnTo>
                  <a:pt x="43029" y="0"/>
                </a:lnTo>
                <a:cubicBezTo>
                  <a:pt x="43029" y="0"/>
                  <a:pt x="43200" y="5923"/>
                  <a:pt x="43200" y="5923"/>
                </a:cubicBezTo>
                <a:cubicBezTo>
                  <a:pt x="43200" y="5923"/>
                  <a:pt x="43200" y="41581"/>
                  <a:pt x="43200" y="41581"/>
                </a:cubicBezTo>
                <a:cubicBezTo>
                  <a:pt x="43200" y="41581"/>
                  <a:pt x="253" y="43200"/>
                  <a:pt x="253" y="43200"/>
                </a:cubicBezTo>
                <a:cubicBezTo>
                  <a:pt x="253" y="43200"/>
                  <a:pt x="0" y="15466"/>
                  <a:pt x="0" y="15466"/>
                </a:cubicBezTo>
                <a:close/>
              </a:path>
            </a:pathLst>
          </a:custGeom>
          <a:gradFill>
            <a:gsLst>
              <a:gs pos="2000">
                <a:schemeClr val="accent1">
                  <a:lumMod val="50000"/>
                </a:schemeClr>
              </a:gs>
              <a:gs pos="46000">
                <a:schemeClr val="accent2">
                  <a:lumMod val="50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90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058169409" name="Forma libre: forma 1058169408"/>
          <p:cNvSpPr/>
          <p:nvPr/>
        </p:nvSpPr>
        <p:spPr bwMode="auto">
          <a:xfrm>
            <a:off x="9976818" y="559661"/>
            <a:ext cx="692949" cy="4142191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872" y="0"/>
                </a:moveTo>
                <a:lnTo>
                  <a:pt x="43200" y="4128"/>
                </a:lnTo>
                <a:lnTo>
                  <a:pt x="42414" y="42774"/>
                </a:lnTo>
                <a:lnTo>
                  <a:pt x="0" y="43200"/>
                </a:lnTo>
                <a:lnTo>
                  <a:pt x="872" y="0"/>
                </a:lnTo>
                <a:close/>
              </a:path>
            </a:pathLst>
          </a:custGeom>
          <a:gradFill>
            <a:gsLst>
              <a:gs pos="30000">
                <a:schemeClr val="accent2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1683384" name="Forma libre: forma 1701683383"/>
          <p:cNvSpPr/>
          <p:nvPr/>
        </p:nvSpPr>
        <p:spPr bwMode="auto">
          <a:xfrm>
            <a:off x="10655667" y="163289"/>
            <a:ext cx="1536330" cy="1791841"/>
          </a:xfrm>
          <a:custGeom>
            <a:avLst/>
            <a:gdLst/>
            <a:ahLst/>
            <a:cxnLst/>
            <a:rect l="0" t="0" r="r" b="b"/>
            <a:pathLst>
              <a:path w="1536333" h="1791844" extrusionOk="0">
                <a:moveTo>
                  <a:pt x="10031" y="794821"/>
                </a:moveTo>
                <a:cubicBezTo>
                  <a:pt x="10031" y="794821"/>
                  <a:pt x="1536332" y="0"/>
                  <a:pt x="1536332" y="0"/>
                </a:cubicBezTo>
                <a:cubicBezTo>
                  <a:pt x="1536332" y="0"/>
                  <a:pt x="1536332" y="1750532"/>
                  <a:pt x="1536332" y="1750532"/>
                </a:cubicBezTo>
                <a:cubicBezTo>
                  <a:pt x="1536332" y="1750532"/>
                  <a:pt x="0" y="1791843"/>
                  <a:pt x="0" y="1791843"/>
                </a:cubicBezTo>
                <a:cubicBezTo>
                  <a:pt x="0" y="1791843"/>
                  <a:pt x="10031" y="794821"/>
                  <a:pt x="10031" y="794821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31000">
                <a:schemeClr val="accent1">
                  <a:lumMod val="75000"/>
                </a:schemeClr>
              </a:gs>
              <a:gs pos="75000">
                <a:schemeClr val="accent2">
                  <a:lumMod val="5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763360426" name="Forma libre: forma 763360425"/>
          <p:cNvSpPr/>
          <p:nvPr/>
        </p:nvSpPr>
        <p:spPr bwMode="auto">
          <a:xfrm>
            <a:off x="10207901" y="1705797"/>
            <a:ext cx="1984095" cy="5163505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247" y="0"/>
                </a:moveTo>
                <a:cubicBezTo>
                  <a:pt x="247" y="0"/>
                  <a:pt x="43200" y="9303"/>
                  <a:pt x="43200" y="9303"/>
                </a:cubicBezTo>
                <a:cubicBezTo>
                  <a:pt x="43200" y="9303"/>
                  <a:pt x="43200" y="13422"/>
                  <a:pt x="43200" y="13422"/>
                </a:cubicBezTo>
                <a:cubicBezTo>
                  <a:pt x="43200" y="13422"/>
                  <a:pt x="11336" y="6584"/>
                  <a:pt x="11336" y="6584"/>
                </a:cubicBezTo>
                <a:cubicBezTo>
                  <a:pt x="11336" y="6584"/>
                  <a:pt x="11391" y="42643"/>
                  <a:pt x="11167" y="43200"/>
                </a:cubicBezTo>
                <a:cubicBezTo>
                  <a:pt x="11167" y="43200"/>
                  <a:pt x="3722" y="43116"/>
                  <a:pt x="0" y="43074"/>
                </a:cubicBezTo>
                <a:cubicBezTo>
                  <a:pt x="0" y="43074"/>
                  <a:pt x="344" y="4227"/>
                  <a:pt x="344" y="4227"/>
                </a:cubicBezTo>
                <a:lnTo>
                  <a:pt x="341" y="4226"/>
                </a:lnTo>
                <a:cubicBezTo>
                  <a:pt x="341" y="4226"/>
                  <a:pt x="247" y="0"/>
                  <a:pt x="247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50000">
                <a:schemeClr val="accent4">
                  <a:lumMod val="75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499915508" name="Forma libre: forma 499915507"/>
          <p:cNvSpPr/>
          <p:nvPr/>
        </p:nvSpPr>
        <p:spPr bwMode="auto">
          <a:xfrm>
            <a:off x="10219257" y="783767"/>
            <a:ext cx="1973763" cy="2046371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0" y="19464"/>
                </a:moveTo>
                <a:cubicBezTo>
                  <a:pt x="0" y="19464"/>
                  <a:pt x="43177" y="0"/>
                  <a:pt x="43177" y="0"/>
                </a:cubicBezTo>
                <a:cubicBezTo>
                  <a:pt x="43177" y="0"/>
                  <a:pt x="43177" y="18855"/>
                  <a:pt x="43177" y="18855"/>
                </a:cubicBezTo>
                <a:lnTo>
                  <a:pt x="43199" y="18858"/>
                </a:lnTo>
                <a:cubicBezTo>
                  <a:pt x="43199" y="18858"/>
                  <a:pt x="43200" y="43200"/>
                  <a:pt x="43200" y="43200"/>
                </a:cubicBezTo>
                <a:cubicBezTo>
                  <a:pt x="43200" y="43200"/>
                  <a:pt x="85" y="19464"/>
                  <a:pt x="85" y="19464"/>
                </a:cubicBezTo>
                <a:lnTo>
                  <a:pt x="0" y="19464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1044689733" name="Rectángulo 1044689732"/>
          <p:cNvSpPr/>
          <p:nvPr/>
        </p:nvSpPr>
        <p:spPr bwMode="auto">
          <a:xfrm>
            <a:off x="10044855" y="4806426"/>
            <a:ext cx="457736" cy="2051569"/>
          </a:xfrm>
          <a:prstGeom prst="rect">
            <a:avLst/>
          </a:prstGeom>
          <a:gradFill>
            <a:gsLst>
              <a:gs pos="0">
                <a:schemeClr val="tx2"/>
              </a:gs>
              <a:gs pos="3900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91158762" name="Forma libre: forma 1091158761"/>
          <p:cNvSpPr/>
          <p:nvPr/>
        </p:nvSpPr>
        <p:spPr bwMode="auto">
          <a:xfrm>
            <a:off x="9989847" y="4854846"/>
            <a:ext cx="2203542" cy="394393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0" y="0"/>
                </a:moveTo>
                <a:lnTo>
                  <a:pt x="43170" y="2616"/>
                </a:lnTo>
                <a:lnTo>
                  <a:pt x="43200" y="43200"/>
                </a:lnTo>
                <a:lnTo>
                  <a:pt x="9959" y="4173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6966777" name="Forma libre: forma 1926966776"/>
          <p:cNvSpPr/>
          <p:nvPr/>
        </p:nvSpPr>
        <p:spPr bwMode="auto">
          <a:xfrm>
            <a:off x="9606639" y="4299854"/>
            <a:ext cx="2585355" cy="2558142"/>
          </a:xfrm>
          <a:custGeom>
            <a:avLst/>
            <a:gdLst/>
            <a:ahLst/>
            <a:cxnLst/>
            <a:rect l="0" t="0" r="r" b="b"/>
            <a:pathLst>
              <a:path w="2585358" h="2558143" extrusionOk="0">
                <a:moveTo>
                  <a:pt x="0" y="0"/>
                </a:moveTo>
                <a:cubicBezTo>
                  <a:pt x="0" y="0"/>
                  <a:pt x="2585357" y="0"/>
                  <a:pt x="2585357" y="0"/>
                </a:cubicBezTo>
                <a:cubicBezTo>
                  <a:pt x="2585357" y="0"/>
                  <a:pt x="2585357" y="639536"/>
                  <a:pt x="2585357" y="639536"/>
                </a:cubicBezTo>
                <a:cubicBezTo>
                  <a:pt x="2585357" y="639536"/>
                  <a:pt x="489856" y="639536"/>
                  <a:pt x="489856" y="639536"/>
                </a:cubicBezTo>
                <a:cubicBezTo>
                  <a:pt x="489856" y="639536"/>
                  <a:pt x="489856" y="2558143"/>
                  <a:pt x="489856" y="2558143"/>
                </a:cubicBezTo>
                <a:cubicBezTo>
                  <a:pt x="489856" y="2558143"/>
                  <a:pt x="0" y="2558143"/>
                  <a:pt x="0" y="2558143"/>
                </a:cubicBezTo>
                <a:cubicBezTo>
                  <a:pt x="0" y="2558143"/>
                  <a:pt x="0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4"/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012107761" name="Content Placeholder 2"/>
          <p:cNvSpPr>
            <a:spLocks noGrp="1"/>
          </p:cNvSpPr>
          <p:nvPr>
            <p:ph idx="1"/>
          </p:nvPr>
        </p:nvSpPr>
        <p:spPr bwMode="auto">
          <a:xfrm>
            <a:off x="841246" y="1828800"/>
            <a:ext cx="8765391" cy="4351338"/>
          </a:xfrm>
        </p:spPr>
        <p:txBody>
          <a:bodyPr/>
          <a:lstStyle>
            <a:lvl1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1pPr>
            <a:lvl2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2pPr>
            <a:lvl3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3pPr>
            <a:lvl4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4pPr>
            <a:lvl5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5pPr>
            <a:lvl6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6pPr>
            <a:lvl7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7pPr>
            <a:lvl8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8pPr>
            <a:lvl9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9pPr>
          </a:lstStyle>
          <a:p>
            <a:pPr lvl="0" defTabSz="914400" rtl="0">
              <a:defRPr/>
            </a:pPr>
            <a:r>
              <a:t>Click to edit Master text styles</a:t>
            </a:r>
          </a:p>
          <a:p>
            <a:pPr lvl="1" defTabSz="914400" rtl="0">
              <a:defRPr/>
            </a:pPr>
            <a:r>
              <a:t>Second level</a:t>
            </a:r>
          </a:p>
          <a:p>
            <a:pPr lvl="2" defTabSz="914400" rtl="0">
              <a:defRPr/>
            </a:pPr>
            <a:r>
              <a:t>Third level</a:t>
            </a:r>
          </a:p>
          <a:p>
            <a:pPr lvl="3" defTabSz="914400" rtl="0">
              <a:defRPr/>
            </a:pPr>
            <a:r>
              <a:t>Fourth level</a:t>
            </a:r>
          </a:p>
          <a:p>
            <a:pPr lvl="4" defTabSz="914400" rtl="0">
              <a:defRPr/>
            </a:pPr>
            <a:r>
              <a:t>Fifth level</a:t>
            </a:r>
          </a:p>
        </p:txBody>
      </p:sp>
      <p:sp>
        <p:nvSpPr>
          <p:cNvPr id="206409552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7/2/2026</a:t>
            </a:fld>
            <a:endParaRPr/>
          </a:p>
        </p:txBody>
      </p:sp>
      <p:sp>
        <p:nvSpPr>
          <p:cNvPr id="148286015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671294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honeycomb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bg>
      <p:bgPr>
        <a:gradFill>
          <a:gsLst>
            <a:gs pos="0">
              <a:schemeClr val="bg1"/>
            </a:gs>
            <a:gs pos="32000">
              <a:schemeClr val="bg1">
                <a:lumMod val="95000"/>
              </a:schemeClr>
            </a:gs>
            <a:gs pos="100000">
              <a:schemeClr val="accent4">
                <a:lumMod val="20000"/>
                <a:lumOff val="80000"/>
              </a:schemeClr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18984407" name="Grupo 1418984406"/>
          <p:cNvGrpSpPr/>
          <p:nvPr/>
        </p:nvGrpSpPr>
        <p:grpSpPr bwMode="auto">
          <a:xfrm>
            <a:off x="363" y="2919618"/>
            <a:ext cx="1193073" cy="3949681"/>
            <a:chOff x="0" y="0"/>
            <a:chExt cx="1193073" cy="3949681"/>
          </a:xfrm>
        </p:grpSpPr>
        <p:sp>
          <p:nvSpPr>
            <p:cNvPr id="1001036994" name="Forma libre: forma 1001036993"/>
            <p:cNvSpPr/>
            <p:nvPr/>
          </p:nvSpPr>
          <p:spPr bwMode="auto">
            <a:xfrm flipH="1">
              <a:off x="368028" y="2569441"/>
              <a:ext cx="535698" cy="1372900"/>
            </a:xfrm>
            <a:custGeom>
              <a:avLst/>
              <a:gdLst/>
              <a:ahLst/>
              <a:cxnLst/>
              <a:rect l="0" t="0" r="r" b="b"/>
              <a:pathLst>
                <a:path w="43200" h="43200" extrusionOk="0">
                  <a:moveTo>
                    <a:pt x="496" y="0"/>
                  </a:moveTo>
                  <a:lnTo>
                    <a:pt x="43014" y="8181"/>
                  </a:lnTo>
                  <a:lnTo>
                    <a:pt x="43200" y="43200"/>
                  </a:lnTo>
                  <a:lnTo>
                    <a:pt x="0" y="43198"/>
                  </a:lnTo>
                  <a:lnTo>
                    <a:pt x="496" y="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19158679" name="Forma libre: forma 519158678"/>
            <p:cNvSpPr/>
            <p:nvPr/>
          </p:nvSpPr>
          <p:spPr bwMode="auto">
            <a:xfrm flipH="1">
              <a:off x="379776" y="711912"/>
              <a:ext cx="535698" cy="1837440"/>
            </a:xfrm>
            <a:custGeom>
              <a:avLst/>
              <a:gdLst/>
              <a:ahLst/>
              <a:cxnLst/>
              <a:rect l="0" t="0" r="r" b="b"/>
              <a:pathLst>
                <a:path w="43200" h="43200" extrusionOk="0">
                  <a:moveTo>
                    <a:pt x="142" y="0"/>
                  </a:moveTo>
                  <a:lnTo>
                    <a:pt x="43014" y="12607"/>
                  </a:lnTo>
                  <a:lnTo>
                    <a:pt x="43200" y="43200"/>
                  </a:lnTo>
                  <a:lnTo>
                    <a:pt x="0" y="43199"/>
                  </a:lnTo>
                  <a:lnTo>
                    <a:pt x="142" y="0"/>
                  </a:lnTo>
                  <a:close/>
                </a:path>
              </a:pathLst>
            </a:custGeom>
            <a:gradFill>
              <a:gsLst>
                <a:gs pos="15000">
                  <a:schemeClr val="accent4">
                    <a:lumMod val="40000"/>
                    <a:lumOff val="60000"/>
                  </a:schemeClr>
                </a:gs>
                <a:gs pos="72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81952691" name="Forma libre: forma 981952690"/>
            <p:cNvSpPr/>
            <p:nvPr/>
          </p:nvSpPr>
          <p:spPr bwMode="auto">
            <a:xfrm flipH="1">
              <a:off x="614" y="598421"/>
              <a:ext cx="1192457" cy="3351258"/>
            </a:xfrm>
            <a:custGeom>
              <a:avLst/>
              <a:gdLst/>
              <a:ahLst/>
              <a:cxnLst/>
              <a:rect l="0" t="0" r="r" b="b"/>
              <a:pathLst>
                <a:path w="43200" h="43200" extrusionOk="0">
                  <a:moveTo>
                    <a:pt x="247" y="0"/>
                  </a:moveTo>
                  <a:cubicBezTo>
                    <a:pt x="247" y="0"/>
                    <a:pt x="43200" y="9303"/>
                    <a:pt x="43200" y="9303"/>
                  </a:cubicBezTo>
                  <a:cubicBezTo>
                    <a:pt x="43200" y="9303"/>
                    <a:pt x="43200" y="13422"/>
                    <a:pt x="43200" y="13422"/>
                  </a:cubicBezTo>
                  <a:cubicBezTo>
                    <a:pt x="43200" y="13422"/>
                    <a:pt x="11336" y="6584"/>
                    <a:pt x="11336" y="6584"/>
                  </a:cubicBezTo>
                  <a:cubicBezTo>
                    <a:pt x="11336" y="6584"/>
                    <a:pt x="11391" y="42643"/>
                    <a:pt x="11167" y="43200"/>
                  </a:cubicBezTo>
                  <a:cubicBezTo>
                    <a:pt x="11167" y="43200"/>
                    <a:pt x="3722" y="43116"/>
                    <a:pt x="0" y="43074"/>
                  </a:cubicBezTo>
                  <a:cubicBezTo>
                    <a:pt x="0" y="43074"/>
                    <a:pt x="344" y="4227"/>
                    <a:pt x="344" y="4227"/>
                  </a:cubicBezTo>
                  <a:lnTo>
                    <a:pt x="341" y="4226"/>
                  </a:lnTo>
                  <a:cubicBezTo>
                    <a:pt x="341" y="4226"/>
                    <a:pt x="247" y="0"/>
                    <a:pt x="247" y="0"/>
                  </a:cubicBezTo>
                  <a:close/>
                </a:path>
              </a:pathLst>
            </a:custGeom>
            <a:gradFill>
              <a:gsLst>
                <a:gs pos="0">
                  <a:schemeClr val="accent4">
                    <a:lumMod val="60000"/>
                    <a:lumOff val="40000"/>
                  </a:schemeClr>
                </a:gs>
                <a:gs pos="50000">
                  <a:schemeClr val="accent4">
                    <a:lumMod val="75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</p:spPr>
        </p:sp>
        <p:sp>
          <p:nvSpPr>
            <p:cNvPr id="1801296776" name="Forma libre: forma 1801296775"/>
            <p:cNvSpPr/>
            <p:nvPr/>
          </p:nvSpPr>
          <p:spPr bwMode="auto">
            <a:xfrm flipH="1">
              <a:off x="0" y="0"/>
              <a:ext cx="1186249" cy="1328150"/>
            </a:xfrm>
            <a:custGeom>
              <a:avLst/>
              <a:gdLst/>
              <a:ahLst/>
              <a:cxnLst/>
              <a:rect l="0" t="0" r="r" b="b"/>
              <a:pathLst>
                <a:path w="43200" h="43200" extrusionOk="0">
                  <a:moveTo>
                    <a:pt x="0" y="19464"/>
                  </a:moveTo>
                  <a:cubicBezTo>
                    <a:pt x="0" y="19464"/>
                    <a:pt x="43177" y="0"/>
                    <a:pt x="43177" y="0"/>
                  </a:cubicBezTo>
                  <a:cubicBezTo>
                    <a:pt x="43177" y="0"/>
                    <a:pt x="43177" y="18855"/>
                    <a:pt x="43177" y="18855"/>
                  </a:cubicBezTo>
                  <a:lnTo>
                    <a:pt x="43199" y="18858"/>
                  </a:lnTo>
                  <a:cubicBezTo>
                    <a:pt x="43199" y="18858"/>
                    <a:pt x="43200" y="43200"/>
                    <a:pt x="43200" y="43200"/>
                  </a:cubicBezTo>
                  <a:cubicBezTo>
                    <a:pt x="43200" y="43200"/>
                    <a:pt x="85" y="19464"/>
                    <a:pt x="85" y="19464"/>
                  </a:cubicBezTo>
                  <a:lnTo>
                    <a:pt x="0" y="19464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</p:grpSp>
      <p:grpSp>
        <p:nvGrpSpPr>
          <p:cNvPr id="984331462" name="Grupo 984331461"/>
          <p:cNvGrpSpPr/>
          <p:nvPr/>
        </p:nvGrpSpPr>
        <p:grpSpPr bwMode="auto">
          <a:xfrm>
            <a:off x="-40140" y="5412530"/>
            <a:ext cx="1615955" cy="1456769"/>
            <a:chOff x="0" y="0"/>
            <a:chExt cx="1615955" cy="1456769"/>
          </a:xfrm>
        </p:grpSpPr>
        <p:sp>
          <p:nvSpPr>
            <p:cNvPr id="1758135406" name="Rectángulo 1758135405"/>
            <p:cNvSpPr/>
            <p:nvPr/>
          </p:nvSpPr>
          <p:spPr bwMode="auto">
            <a:xfrm flipH="1">
              <a:off x="1056249" y="288473"/>
              <a:ext cx="285949" cy="1168295"/>
            </a:xfrm>
            <a:prstGeom prst="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69132251" name="Forma libre: forma 969132250"/>
            <p:cNvSpPr/>
            <p:nvPr/>
          </p:nvSpPr>
          <p:spPr bwMode="auto">
            <a:xfrm flipH="1">
              <a:off x="0" y="316045"/>
              <a:ext cx="1376564" cy="224591"/>
            </a:xfrm>
            <a:custGeom>
              <a:avLst/>
              <a:gdLst/>
              <a:ahLst/>
              <a:cxnLst/>
              <a:rect l="0" t="0" r="r" b="b"/>
              <a:pathLst>
                <a:path w="43200" h="43200" extrusionOk="0">
                  <a:moveTo>
                    <a:pt x="0" y="0"/>
                  </a:moveTo>
                  <a:lnTo>
                    <a:pt x="43170" y="2616"/>
                  </a:lnTo>
                  <a:lnTo>
                    <a:pt x="43200" y="43200"/>
                  </a:lnTo>
                  <a:lnTo>
                    <a:pt x="9959" y="4173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08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817161" name="Forma libre: forma 427817160"/>
            <p:cNvSpPr/>
            <p:nvPr/>
          </p:nvSpPr>
          <p:spPr bwMode="auto">
            <a:xfrm flipH="1">
              <a:off x="867" y="0"/>
              <a:ext cx="1615083" cy="1456769"/>
            </a:xfrm>
            <a:custGeom>
              <a:avLst/>
              <a:gdLst/>
              <a:ahLst/>
              <a:cxnLst/>
              <a:rect l="0" t="0" r="r" b="b"/>
              <a:pathLst>
                <a:path w="2585358" h="2558143" extrusionOk="0">
                  <a:moveTo>
                    <a:pt x="0" y="0"/>
                  </a:moveTo>
                  <a:cubicBezTo>
                    <a:pt x="0" y="0"/>
                    <a:pt x="2585357" y="0"/>
                    <a:pt x="2585357" y="0"/>
                  </a:cubicBezTo>
                  <a:cubicBezTo>
                    <a:pt x="2585357" y="0"/>
                    <a:pt x="2585357" y="639536"/>
                    <a:pt x="2585357" y="639536"/>
                  </a:cubicBezTo>
                  <a:cubicBezTo>
                    <a:pt x="2585357" y="639536"/>
                    <a:pt x="489856" y="639536"/>
                    <a:pt x="489856" y="639536"/>
                  </a:cubicBezTo>
                  <a:cubicBezTo>
                    <a:pt x="489856" y="639536"/>
                    <a:pt x="489856" y="2558143"/>
                    <a:pt x="489856" y="2558143"/>
                  </a:cubicBezTo>
                  <a:cubicBezTo>
                    <a:pt x="489856" y="2558143"/>
                    <a:pt x="0" y="2558143"/>
                    <a:pt x="0" y="2558143"/>
                  </a:cubicBezTo>
                  <a:cubicBezTo>
                    <a:pt x="0" y="2558143"/>
                    <a:pt x="0" y="0"/>
                    <a:pt x="0" y="0"/>
                  </a:cubicBezTo>
                  <a:close/>
                </a:path>
              </a:pathLst>
            </a:custGeom>
            <a:gradFill>
              <a:gsLst>
                <a:gs pos="50000">
                  <a:schemeClr val="accent1">
                    <a:lumMod val="20000"/>
                    <a:lumOff val="80000"/>
                    <a:alpha val="99999"/>
                  </a:schemeClr>
                </a:gs>
                <a:gs pos="100000">
                  <a:schemeClr val="accent1">
                    <a:lumMod val="40000"/>
                    <a:lumOff val="60000"/>
                    <a:alpha val="99999"/>
                  </a:schemeClr>
                </a:gs>
              </a:gsLst>
              <a:lin ang="13500000" scaled="1"/>
            </a:gradFill>
            <a:ln w="12700" cap="flat" cmpd="sng" algn="ctr">
              <a:noFill/>
              <a:prstDash val="solid"/>
              <a:miter lim="800000"/>
            </a:ln>
          </p:spPr>
        </p:sp>
      </p:grpSp>
      <p:sp>
        <p:nvSpPr>
          <p:cNvPr id="641365346" name="Forma libre: forma 641365345"/>
          <p:cNvSpPr/>
          <p:nvPr/>
        </p:nvSpPr>
        <p:spPr bwMode="auto">
          <a:xfrm>
            <a:off x="9996843" y="0"/>
            <a:ext cx="2195154" cy="1567539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0" y="15466"/>
                </a:moveTo>
                <a:cubicBezTo>
                  <a:pt x="0" y="15466"/>
                  <a:pt x="19975" y="0"/>
                  <a:pt x="19975" y="0"/>
                </a:cubicBezTo>
                <a:lnTo>
                  <a:pt x="43029" y="0"/>
                </a:lnTo>
                <a:cubicBezTo>
                  <a:pt x="43029" y="0"/>
                  <a:pt x="43200" y="5923"/>
                  <a:pt x="43200" y="5923"/>
                </a:cubicBezTo>
                <a:cubicBezTo>
                  <a:pt x="43200" y="5923"/>
                  <a:pt x="43200" y="41581"/>
                  <a:pt x="43200" y="41581"/>
                </a:cubicBezTo>
                <a:cubicBezTo>
                  <a:pt x="43200" y="41581"/>
                  <a:pt x="253" y="43200"/>
                  <a:pt x="253" y="43200"/>
                </a:cubicBezTo>
                <a:cubicBezTo>
                  <a:pt x="253" y="43200"/>
                  <a:pt x="0" y="15466"/>
                  <a:pt x="0" y="15466"/>
                </a:cubicBezTo>
                <a:close/>
              </a:path>
            </a:pathLst>
          </a:custGeom>
          <a:gradFill>
            <a:gsLst>
              <a:gs pos="2000">
                <a:schemeClr val="accent4">
                  <a:lumMod val="20000"/>
                  <a:lumOff val="80000"/>
                </a:schemeClr>
              </a:gs>
              <a:gs pos="46000">
                <a:schemeClr val="accent2">
                  <a:lumMod val="40000"/>
                  <a:lumOff val="60000"/>
                </a:schemeClr>
              </a:gs>
              <a:gs pos="100000">
                <a:schemeClr val="bg1">
                  <a:lumMod val="95000"/>
                </a:schemeClr>
              </a:gs>
            </a:gsLst>
            <a:lin ang="90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657053831" name="Forma libre: forma 657053830"/>
          <p:cNvSpPr/>
          <p:nvPr/>
        </p:nvSpPr>
        <p:spPr bwMode="auto">
          <a:xfrm>
            <a:off x="9961819" y="559659"/>
            <a:ext cx="707949" cy="6298335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1768" y="0"/>
                </a:moveTo>
                <a:lnTo>
                  <a:pt x="43200" y="2714"/>
                </a:lnTo>
                <a:lnTo>
                  <a:pt x="41516" y="43200"/>
                </a:lnTo>
                <a:lnTo>
                  <a:pt x="0" y="43200"/>
                </a:lnTo>
                <a:lnTo>
                  <a:pt x="1768" y="0"/>
                </a:lnTo>
                <a:close/>
              </a:path>
            </a:pathLst>
          </a:custGeom>
          <a:gradFill>
            <a:gsLst>
              <a:gs pos="30000">
                <a:schemeClr val="tx2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4081533" name="Forma libre: forma 854081532"/>
          <p:cNvSpPr/>
          <p:nvPr/>
        </p:nvSpPr>
        <p:spPr bwMode="auto">
          <a:xfrm>
            <a:off x="10637923" y="147377"/>
            <a:ext cx="1554071" cy="6722068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770" y="5107"/>
                </a:moveTo>
                <a:cubicBezTo>
                  <a:pt x="770" y="5107"/>
                  <a:pt x="43200" y="0"/>
                  <a:pt x="43200" y="0"/>
                </a:cubicBezTo>
                <a:cubicBezTo>
                  <a:pt x="43200" y="0"/>
                  <a:pt x="42479" y="43199"/>
                  <a:pt x="42479" y="43199"/>
                </a:cubicBezTo>
                <a:cubicBezTo>
                  <a:pt x="42479" y="43199"/>
                  <a:pt x="-1773" y="43213"/>
                  <a:pt x="118" y="43126"/>
                </a:cubicBezTo>
                <a:cubicBezTo>
                  <a:pt x="118" y="43126"/>
                  <a:pt x="770" y="5107"/>
                  <a:pt x="770" y="5107"/>
                </a:cubicBezTo>
                <a:close/>
              </a:path>
            </a:pathLst>
          </a:custGeom>
          <a:gradFill>
            <a:gsLst>
              <a:gs pos="0">
                <a:schemeClr val="accent4">
                  <a:lumMod val="75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158460436" name="Imagen 158460435"/>
          <p:cNvPicPr>
            <a:picLocks noChangeAspect="1"/>
          </p:cNvPicPr>
          <p:nvPr/>
        </p:nvPicPr>
        <p:blipFill rotWithShape="1">
          <a:blip r:embed="rId2">
            <a:alphaModFix amt="49999"/>
          </a:blip>
          <a:stretch/>
        </p:blipFill>
        <p:spPr bwMode="auto">
          <a:xfrm>
            <a:off x="4329780" y="-22155"/>
            <a:ext cx="7862213" cy="3467097"/>
          </a:xfrm>
          <a:prstGeom prst="rect">
            <a:avLst/>
          </a:prstGeom>
        </p:spPr>
      </p:pic>
      <p:sp>
        <p:nvSpPr>
          <p:cNvPr id="1420136050" name="Rectángulo: esquinas redondeadas 1420136049"/>
          <p:cNvSpPr/>
          <p:nvPr/>
        </p:nvSpPr>
        <p:spPr bwMode="auto">
          <a:xfrm>
            <a:off x="841248" y="1837347"/>
            <a:ext cx="8765391" cy="4342788"/>
          </a:xfrm>
          <a:prstGeom prst="roundRect">
            <a:avLst>
              <a:gd name="adj" fmla="val 3868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1606212" name="Title 1"/>
          <p:cNvSpPr>
            <a:spLocks noGrp="1"/>
          </p:cNvSpPr>
          <p:nvPr>
            <p:ph type="title"/>
          </p:nvPr>
        </p:nvSpPr>
        <p:spPr bwMode="auto">
          <a:xfrm>
            <a:off x="838197" y="365758"/>
            <a:ext cx="8765391" cy="1325561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75000"/>
                  </a:schemeClr>
                </a:solidFill>
              </a:defRPr>
            </a:lvl5pPr>
            <a:lvl6pPr>
              <a:defRPr>
                <a:solidFill>
                  <a:schemeClr val="accent1">
                    <a:lumMod val="75000"/>
                  </a:schemeClr>
                </a:solidFill>
              </a:defRPr>
            </a:lvl6pPr>
            <a:lvl7pPr>
              <a:defRPr>
                <a:solidFill>
                  <a:schemeClr val="accent1">
                    <a:lumMod val="75000"/>
                  </a:schemeClr>
                </a:solidFill>
              </a:defRPr>
            </a:lvl7pPr>
            <a:lvl8pPr>
              <a:defRPr>
                <a:solidFill>
                  <a:schemeClr val="accent1">
                    <a:lumMod val="75000"/>
                  </a:schemeClr>
                </a:solidFill>
              </a:defRPr>
            </a:lvl8pPr>
            <a:lvl9pPr>
              <a:defRPr>
                <a:solidFill>
                  <a:schemeClr val="accent1">
                    <a:lumMod val="75000"/>
                  </a:schemeClr>
                </a:solidFill>
              </a:defRPr>
            </a:lvl9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2883241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9020706" name="Content Placeholder 2"/>
          <p:cNvSpPr>
            <a:spLocks noGrp="1"/>
          </p:cNvSpPr>
          <p:nvPr>
            <p:ph idx="1"/>
          </p:nvPr>
        </p:nvSpPr>
        <p:spPr bwMode="auto">
          <a:xfrm>
            <a:off x="841246" y="1828800"/>
            <a:ext cx="8765391" cy="4351338"/>
          </a:xfrm>
        </p:spPr>
        <p:txBody>
          <a:bodyPr/>
          <a:lstStyle>
            <a:lvl1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1pPr>
            <a:lvl2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2pPr>
            <a:lvl3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3pPr>
            <a:lvl4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4pPr>
            <a:lvl5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5pPr>
            <a:lvl6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6pPr>
            <a:lvl7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7pPr>
            <a:lvl8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8pPr>
            <a:lvl9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9pPr>
          </a:lstStyle>
          <a:p>
            <a:pPr lvl="0" defTabSz="914400" rtl="0">
              <a:defRPr/>
            </a:pPr>
            <a:r>
              <a:t>Click to edit Master text styles</a:t>
            </a:r>
          </a:p>
          <a:p>
            <a:pPr lvl="1" defTabSz="914400" rtl="0">
              <a:defRPr/>
            </a:pPr>
            <a:r>
              <a:t>Second level</a:t>
            </a:r>
          </a:p>
          <a:p>
            <a:pPr lvl="2" defTabSz="914400" rtl="0">
              <a:defRPr/>
            </a:pPr>
            <a:r>
              <a:t>Third level</a:t>
            </a:r>
          </a:p>
          <a:p>
            <a:pPr lvl="3" defTabSz="914400" rtl="0">
              <a:defRPr/>
            </a:pPr>
            <a:r>
              <a:t>Fourth level</a:t>
            </a:r>
          </a:p>
          <a:p>
            <a:pPr lvl="4" defTabSz="914400" rtl="0">
              <a:defRPr/>
            </a:pPr>
            <a:r>
              <a:t>Fifth level</a:t>
            </a:r>
          </a:p>
        </p:txBody>
      </p:sp>
      <p:sp>
        <p:nvSpPr>
          <p:cNvPr id="74996621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20164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7C9D9B5-F077-468C-1B1B-ECB29E219831}" type="datetimeFigureOut">
              <a:rPr lang="en-US"/>
              <a:t>7/2/2026</a:t>
            </a:fld>
            <a:endParaRPr/>
          </a:p>
        </p:txBody>
      </p:sp>
      <p:sp>
        <p:nvSpPr>
          <p:cNvPr id="15831515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2845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1050D75-E444-7303-8BE6-1B8C1C244E32}" type="slidenum">
              <a:rPr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honeycomb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bg>
      <p:bgPr>
        <a:gradFill>
          <a:gsLst>
            <a:gs pos="55000">
              <a:schemeClr val="accent1">
                <a:lumMod val="50000"/>
              </a:schemeClr>
            </a:gs>
            <a:gs pos="100000">
              <a:schemeClr val="tx1"/>
            </a:gs>
          </a:gsLst>
          <a:lin ang="12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7014200" name="Forma libre: forma 1147014199"/>
          <p:cNvSpPr/>
          <p:nvPr/>
        </p:nvSpPr>
        <p:spPr bwMode="auto">
          <a:xfrm>
            <a:off x="9523517" y="0"/>
            <a:ext cx="1956861" cy="1186578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267" y="14243"/>
                </a:moveTo>
                <a:cubicBezTo>
                  <a:pt x="267" y="14243"/>
                  <a:pt x="16262" y="41"/>
                  <a:pt x="16262" y="41"/>
                </a:cubicBezTo>
                <a:lnTo>
                  <a:pt x="43200" y="0"/>
                </a:lnTo>
                <a:cubicBezTo>
                  <a:pt x="43200" y="0"/>
                  <a:pt x="43200" y="41601"/>
                  <a:pt x="43200" y="41601"/>
                </a:cubicBezTo>
                <a:cubicBezTo>
                  <a:pt x="43200" y="41601"/>
                  <a:pt x="0" y="43200"/>
                  <a:pt x="0" y="43200"/>
                </a:cubicBezTo>
                <a:cubicBezTo>
                  <a:pt x="0" y="43200"/>
                  <a:pt x="267" y="14243"/>
                  <a:pt x="267" y="14243"/>
                </a:cubicBezTo>
                <a:close/>
              </a:path>
            </a:pathLst>
          </a:custGeom>
          <a:gradFill>
            <a:gsLst>
              <a:gs pos="2000">
                <a:schemeClr val="accent1">
                  <a:lumMod val="50000"/>
                </a:schemeClr>
              </a:gs>
              <a:gs pos="46000">
                <a:schemeClr val="accent2">
                  <a:lumMod val="50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90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39446480" name="Forma libre: forma 139446479"/>
          <p:cNvSpPr/>
          <p:nvPr/>
        </p:nvSpPr>
        <p:spPr bwMode="auto">
          <a:xfrm>
            <a:off x="9486963" y="379984"/>
            <a:ext cx="770484" cy="3703222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1309" y="0"/>
                </a:moveTo>
                <a:lnTo>
                  <a:pt x="43200" y="2723"/>
                </a:lnTo>
                <a:lnTo>
                  <a:pt x="42414" y="42758"/>
                </a:lnTo>
                <a:lnTo>
                  <a:pt x="0" y="43200"/>
                </a:lnTo>
                <a:lnTo>
                  <a:pt x="1309" y="0"/>
                </a:lnTo>
                <a:close/>
              </a:path>
            </a:pathLst>
          </a:custGeom>
          <a:gradFill>
            <a:gsLst>
              <a:gs pos="30000">
                <a:schemeClr val="accent2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8295439" name="Forma libre: forma 1698295438"/>
          <p:cNvSpPr/>
          <p:nvPr/>
        </p:nvSpPr>
        <p:spPr bwMode="auto">
          <a:xfrm>
            <a:off x="10241766" y="-5064"/>
            <a:ext cx="1634599" cy="2170125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393" y="12203"/>
                </a:moveTo>
                <a:cubicBezTo>
                  <a:pt x="393" y="12203"/>
                  <a:pt x="32666" y="100"/>
                  <a:pt x="32666" y="100"/>
                </a:cubicBezTo>
                <a:cubicBezTo>
                  <a:pt x="32666" y="100"/>
                  <a:pt x="43200" y="0"/>
                  <a:pt x="43200" y="0"/>
                </a:cubicBezTo>
                <a:cubicBezTo>
                  <a:pt x="43200" y="0"/>
                  <a:pt x="27828" y="23762"/>
                  <a:pt x="15081" y="36510"/>
                </a:cubicBezTo>
                <a:cubicBezTo>
                  <a:pt x="9380" y="42210"/>
                  <a:pt x="0" y="43200"/>
                  <a:pt x="0" y="43200"/>
                </a:cubicBezTo>
                <a:cubicBezTo>
                  <a:pt x="0" y="43200"/>
                  <a:pt x="393" y="12203"/>
                  <a:pt x="393" y="12203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83000">
                <a:schemeClr val="accent1">
                  <a:lumMod val="75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740319022" name="Forma libre: forma 1740319021"/>
          <p:cNvSpPr/>
          <p:nvPr/>
        </p:nvSpPr>
        <p:spPr bwMode="auto">
          <a:xfrm>
            <a:off x="10680678" y="0"/>
            <a:ext cx="1511317" cy="1451741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0" y="17790"/>
                </a:moveTo>
                <a:cubicBezTo>
                  <a:pt x="0" y="17790"/>
                  <a:pt x="31325" y="0"/>
                  <a:pt x="31325" y="0"/>
                </a:cubicBezTo>
                <a:lnTo>
                  <a:pt x="43200" y="0"/>
                </a:lnTo>
                <a:cubicBezTo>
                  <a:pt x="43200" y="0"/>
                  <a:pt x="43200" y="41894"/>
                  <a:pt x="43200" y="41894"/>
                </a:cubicBezTo>
                <a:cubicBezTo>
                  <a:pt x="43200" y="41894"/>
                  <a:pt x="421" y="43200"/>
                  <a:pt x="421" y="43200"/>
                </a:cubicBezTo>
                <a:cubicBezTo>
                  <a:pt x="421" y="43200"/>
                  <a:pt x="0" y="17790"/>
                  <a:pt x="0" y="17790"/>
                </a:cubicBezTo>
                <a:close/>
              </a:path>
            </a:pathLst>
          </a:custGeom>
          <a:gradFill>
            <a:gsLst>
              <a:gs pos="2000">
                <a:schemeClr val="accent1">
                  <a:lumMod val="50000"/>
                </a:schemeClr>
              </a:gs>
              <a:gs pos="46000">
                <a:schemeClr val="accent2">
                  <a:lumMod val="50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90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5859199" name="Forma libre: forma 5859198"/>
          <p:cNvSpPr/>
          <p:nvPr/>
        </p:nvSpPr>
        <p:spPr bwMode="auto">
          <a:xfrm>
            <a:off x="10667468" y="618111"/>
            <a:ext cx="590787" cy="3736513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594" y="0"/>
                </a:moveTo>
                <a:lnTo>
                  <a:pt x="43200" y="2108"/>
                </a:lnTo>
                <a:lnTo>
                  <a:pt x="42303" y="42761"/>
                </a:lnTo>
                <a:lnTo>
                  <a:pt x="0" y="43200"/>
                </a:lnTo>
                <a:lnTo>
                  <a:pt x="594" y="0"/>
                </a:lnTo>
                <a:close/>
              </a:path>
            </a:pathLst>
          </a:custGeom>
          <a:gradFill>
            <a:gsLst>
              <a:gs pos="30000">
                <a:schemeClr val="accent2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1495449713" name="Forma libre: forma 1495449712"/>
          <p:cNvSpPr/>
          <p:nvPr/>
        </p:nvSpPr>
        <p:spPr bwMode="auto">
          <a:xfrm>
            <a:off x="11231046" y="258390"/>
            <a:ext cx="960951" cy="2497775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606" y="9200"/>
                </a:moveTo>
                <a:cubicBezTo>
                  <a:pt x="606" y="9200"/>
                  <a:pt x="43200" y="0"/>
                  <a:pt x="43200" y="0"/>
                </a:cubicBezTo>
                <a:cubicBezTo>
                  <a:pt x="43200" y="0"/>
                  <a:pt x="42496" y="42409"/>
                  <a:pt x="42496" y="42409"/>
                </a:cubicBezTo>
                <a:cubicBezTo>
                  <a:pt x="42496" y="42409"/>
                  <a:pt x="0" y="43200"/>
                  <a:pt x="0" y="43200"/>
                </a:cubicBezTo>
                <a:cubicBezTo>
                  <a:pt x="0" y="43200"/>
                  <a:pt x="606" y="9200"/>
                  <a:pt x="606" y="920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78000">
                <a:schemeClr val="accent1">
                  <a:lumMod val="75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42900553" name="Forma libre: forma 42900552"/>
          <p:cNvSpPr/>
          <p:nvPr/>
        </p:nvSpPr>
        <p:spPr bwMode="auto">
          <a:xfrm>
            <a:off x="8694828" y="1486328"/>
            <a:ext cx="3497168" cy="2218275"/>
          </a:xfrm>
          <a:custGeom>
            <a:avLst/>
            <a:gdLst/>
            <a:ahLst/>
            <a:cxnLst/>
            <a:rect l="0" t="0" r="r" b="b"/>
            <a:pathLst>
              <a:path w="3497171" h="2218277" extrusionOk="0">
                <a:moveTo>
                  <a:pt x="0" y="1068455"/>
                </a:moveTo>
                <a:cubicBezTo>
                  <a:pt x="0" y="1068455"/>
                  <a:pt x="3497171" y="0"/>
                  <a:pt x="3497171" y="0"/>
                </a:cubicBezTo>
                <a:cubicBezTo>
                  <a:pt x="3497171" y="0"/>
                  <a:pt x="3497171" y="889088"/>
                  <a:pt x="3497171" y="889088"/>
                </a:cubicBezTo>
                <a:cubicBezTo>
                  <a:pt x="3497171" y="889088"/>
                  <a:pt x="2740248" y="2164090"/>
                  <a:pt x="2740248" y="2164090"/>
                </a:cubicBezTo>
                <a:cubicBezTo>
                  <a:pt x="2740248" y="2164090"/>
                  <a:pt x="19826" y="2218276"/>
                  <a:pt x="19826" y="2218276"/>
                </a:cubicBezTo>
                <a:cubicBezTo>
                  <a:pt x="19826" y="2218276"/>
                  <a:pt x="0" y="1068455"/>
                  <a:pt x="0" y="1068455"/>
                </a:cubicBezTo>
                <a:close/>
              </a:path>
            </a:pathLst>
          </a:custGeom>
          <a:gradFill>
            <a:gsLst>
              <a:gs pos="2000">
                <a:schemeClr val="accent1">
                  <a:lumMod val="50000"/>
                </a:schemeClr>
              </a:gs>
              <a:gs pos="46000">
                <a:schemeClr val="accent2">
                  <a:lumMod val="50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90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397365594" name="Forma libre: forma 397365593"/>
          <p:cNvSpPr/>
          <p:nvPr/>
        </p:nvSpPr>
        <p:spPr bwMode="auto">
          <a:xfrm>
            <a:off x="9652497" y="2168455"/>
            <a:ext cx="2539499" cy="2750901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324" y="13033"/>
                </a:moveTo>
                <a:cubicBezTo>
                  <a:pt x="324" y="13033"/>
                  <a:pt x="43517" y="1273"/>
                  <a:pt x="43178" y="0"/>
                </a:cubicBezTo>
                <a:cubicBezTo>
                  <a:pt x="43178" y="0"/>
                  <a:pt x="42499" y="40736"/>
                  <a:pt x="42499" y="40736"/>
                </a:cubicBezTo>
                <a:cubicBezTo>
                  <a:pt x="42499" y="40736"/>
                  <a:pt x="0" y="43200"/>
                  <a:pt x="0" y="43200"/>
                </a:cubicBezTo>
                <a:cubicBezTo>
                  <a:pt x="0" y="43200"/>
                  <a:pt x="324" y="13033"/>
                  <a:pt x="324" y="13033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83000">
                <a:schemeClr val="accent1">
                  <a:lumMod val="75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797660863" name="Forma libre: forma 1797660862"/>
          <p:cNvSpPr/>
          <p:nvPr/>
        </p:nvSpPr>
        <p:spPr bwMode="auto">
          <a:xfrm>
            <a:off x="8677818" y="2553080"/>
            <a:ext cx="1005359" cy="4281609"/>
          </a:xfrm>
          <a:custGeom>
            <a:avLst/>
            <a:gdLst/>
            <a:ahLst/>
            <a:cxnLst/>
            <a:rect l="0" t="0" r="r" b="b"/>
            <a:pathLst>
              <a:path w="1005361" h="4286677" extrusionOk="0">
                <a:moveTo>
                  <a:pt x="18416" y="0"/>
                </a:moveTo>
                <a:cubicBezTo>
                  <a:pt x="18416" y="0"/>
                  <a:pt x="1005361" y="452223"/>
                  <a:pt x="1005361" y="452223"/>
                </a:cubicBezTo>
                <a:cubicBezTo>
                  <a:pt x="1005361" y="452223"/>
                  <a:pt x="988762" y="4286677"/>
                  <a:pt x="988762" y="4286677"/>
                </a:cubicBezTo>
                <a:cubicBezTo>
                  <a:pt x="988762" y="4286677"/>
                  <a:pt x="0" y="4286677"/>
                  <a:pt x="0" y="4286677"/>
                </a:cubicBezTo>
                <a:cubicBezTo>
                  <a:pt x="0" y="4286677"/>
                  <a:pt x="18416" y="0"/>
                  <a:pt x="18416" y="0"/>
                </a:cubicBezTo>
                <a:close/>
              </a:path>
            </a:pathLst>
          </a:custGeom>
          <a:gradFill>
            <a:gsLst>
              <a:gs pos="30000">
                <a:schemeClr val="accent2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690183734" name="Forma libre: forma 1690183733"/>
          <p:cNvSpPr/>
          <p:nvPr/>
        </p:nvSpPr>
        <p:spPr bwMode="auto">
          <a:xfrm>
            <a:off x="9387492" y="2985265"/>
            <a:ext cx="2804504" cy="2006651"/>
          </a:xfrm>
          <a:custGeom>
            <a:avLst/>
            <a:gdLst/>
            <a:ahLst/>
            <a:cxnLst/>
            <a:rect l="0" t="0" r="r" b="b"/>
            <a:pathLst>
              <a:path w="2804507" h="2006653" extrusionOk="0">
                <a:moveTo>
                  <a:pt x="0" y="856832"/>
                </a:moveTo>
                <a:cubicBezTo>
                  <a:pt x="0" y="856832"/>
                  <a:pt x="2804507" y="0"/>
                  <a:pt x="2804507" y="0"/>
                </a:cubicBezTo>
                <a:cubicBezTo>
                  <a:pt x="2804507" y="0"/>
                  <a:pt x="2804507" y="1844226"/>
                  <a:pt x="2804507" y="1844226"/>
                </a:cubicBezTo>
                <a:cubicBezTo>
                  <a:pt x="2804507" y="1844226"/>
                  <a:pt x="2740248" y="1952467"/>
                  <a:pt x="2740248" y="1952467"/>
                </a:cubicBezTo>
                <a:cubicBezTo>
                  <a:pt x="2740248" y="1952467"/>
                  <a:pt x="19826" y="2006653"/>
                  <a:pt x="19826" y="2006653"/>
                </a:cubicBezTo>
                <a:cubicBezTo>
                  <a:pt x="19826" y="2006653"/>
                  <a:pt x="0" y="856832"/>
                  <a:pt x="0" y="856832"/>
                </a:cubicBezTo>
                <a:close/>
              </a:path>
            </a:pathLst>
          </a:custGeom>
          <a:gradFill>
            <a:gsLst>
              <a:gs pos="2000">
                <a:schemeClr val="accent1">
                  <a:lumMod val="50000"/>
                </a:schemeClr>
              </a:gs>
              <a:gs pos="46000">
                <a:schemeClr val="accent2">
                  <a:lumMod val="50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90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524135112" name="Forma libre: forma 524135111"/>
          <p:cNvSpPr/>
          <p:nvPr/>
        </p:nvSpPr>
        <p:spPr bwMode="auto">
          <a:xfrm>
            <a:off x="9375795" y="3840395"/>
            <a:ext cx="1000047" cy="2994294"/>
          </a:xfrm>
          <a:custGeom>
            <a:avLst/>
            <a:gdLst/>
            <a:ahLst/>
            <a:cxnLst/>
            <a:rect l="0" t="0" r="r" b="b"/>
            <a:pathLst>
              <a:path w="1000050" h="3050027" extrusionOk="0">
                <a:moveTo>
                  <a:pt x="0" y="3050026"/>
                </a:moveTo>
                <a:cubicBezTo>
                  <a:pt x="0" y="3050026"/>
                  <a:pt x="988803" y="3050025"/>
                  <a:pt x="988803" y="3050025"/>
                </a:cubicBezTo>
                <a:cubicBezTo>
                  <a:pt x="988803" y="3050025"/>
                  <a:pt x="1000049" y="452223"/>
                  <a:pt x="1000049" y="452223"/>
                </a:cubicBezTo>
                <a:cubicBezTo>
                  <a:pt x="1000049" y="452223"/>
                  <a:pt x="13103" y="0"/>
                  <a:pt x="13103" y="0"/>
                </a:cubicBezTo>
                <a:cubicBezTo>
                  <a:pt x="13103" y="0"/>
                  <a:pt x="0" y="3050026"/>
                  <a:pt x="0" y="3050026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266210714" name="Forma libre: forma 1266210713"/>
          <p:cNvSpPr/>
          <p:nvPr/>
        </p:nvSpPr>
        <p:spPr bwMode="auto">
          <a:xfrm>
            <a:off x="10348894" y="3722374"/>
            <a:ext cx="1843102" cy="3112317"/>
          </a:xfrm>
          <a:custGeom>
            <a:avLst/>
            <a:gdLst/>
            <a:ahLst/>
            <a:cxnLst/>
            <a:rect l="0" t="0" r="r" b="b"/>
            <a:pathLst>
              <a:path w="1843105" h="3107250" extrusionOk="0">
                <a:moveTo>
                  <a:pt x="15286" y="563267"/>
                </a:moveTo>
                <a:cubicBezTo>
                  <a:pt x="15286" y="563267"/>
                  <a:pt x="1097306" y="244137"/>
                  <a:pt x="1843104" y="0"/>
                </a:cubicBezTo>
                <a:cubicBezTo>
                  <a:pt x="1843104" y="0"/>
                  <a:pt x="1843104" y="3107250"/>
                  <a:pt x="1843104" y="3107250"/>
                </a:cubicBezTo>
                <a:cubicBezTo>
                  <a:pt x="1843104" y="3107250"/>
                  <a:pt x="0" y="3107250"/>
                  <a:pt x="0" y="3107250"/>
                </a:cubicBezTo>
                <a:cubicBezTo>
                  <a:pt x="0" y="3107250"/>
                  <a:pt x="15286" y="563267"/>
                  <a:pt x="15286" y="563267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83000">
                <a:schemeClr val="accent1">
                  <a:lumMod val="75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200899156" name="Forma libre: forma 200899155"/>
          <p:cNvSpPr/>
          <p:nvPr/>
        </p:nvSpPr>
        <p:spPr bwMode="auto">
          <a:xfrm>
            <a:off x="10934256" y="4395105"/>
            <a:ext cx="1257741" cy="2439585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353" y="7257"/>
                </a:moveTo>
                <a:cubicBezTo>
                  <a:pt x="353" y="7257"/>
                  <a:pt x="25975" y="3449"/>
                  <a:pt x="43200" y="0"/>
                </a:cubicBezTo>
                <a:cubicBezTo>
                  <a:pt x="43200" y="0"/>
                  <a:pt x="42567" y="43199"/>
                  <a:pt x="42567" y="43199"/>
                </a:cubicBezTo>
                <a:lnTo>
                  <a:pt x="0" y="43199"/>
                </a:lnTo>
                <a:cubicBezTo>
                  <a:pt x="0" y="43199"/>
                  <a:pt x="353" y="7257"/>
                  <a:pt x="353" y="7257"/>
                </a:cubicBezTo>
                <a:close/>
              </a:path>
            </a:pathLst>
          </a:custGeom>
          <a:gradFill>
            <a:gsLst>
              <a:gs pos="53000">
                <a:schemeClr val="accent1">
                  <a:lumMod val="50000"/>
                  <a:alpha val="47000"/>
                </a:schemeClr>
              </a:gs>
              <a:gs pos="100000">
                <a:schemeClr val="tx1">
                  <a:alpha val="47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615760191" name="Title 1"/>
          <p:cNvSpPr>
            <a:spLocks noGrp="1"/>
          </p:cNvSpPr>
          <p:nvPr>
            <p:ph type="title"/>
          </p:nvPr>
        </p:nvSpPr>
        <p:spPr bwMode="auto">
          <a:xfrm>
            <a:off x="831848" y="1709736"/>
            <a:ext cx="7862978" cy="2130657"/>
          </a:xfrm>
        </p:spPr>
        <p:txBody>
          <a:bodyPr vertOverflow="overflow" horzOverflow="overflow" vert="horz" wrap="square" lIns="274318" tIns="45720" rIns="274318" bIns="45720" numCol="1" spcCol="0" rtlCol="0" fromWordArt="0" anchor="ctr" anchorCtr="0" forceAA="0" compatLnSpc="0">
            <a:normAutofit/>
          </a:bodyPr>
          <a:lstStyle>
            <a:lvl1pPr>
              <a:defRPr sz="4000"/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32072039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14837" y="3837357"/>
            <a:ext cx="7862978" cy="1500185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  <a:lvl6pPr marL="2286000" indent="0">
              <a:buNone/>
              <a:defRPr sz="1600">
                <a:solidFill>
                  <a:schemeClr val="bg1"/>
                </a:solidFill>
              </a:defRPr>
            </a:lvl6pPr>
            <a:lvl7pPr marL="2743200" indent="0">
              <a:buNone/>
              <a:defRPr sz="1600">
                <a:solidFill>
                  <a:schemeClr val="bg1"/>
                </a:solidFill>
              </a:defRPr>
            </a:lvl7pPr>
            <a:lvl8pPr marL="3200400" indent="0">
              <a:buNone/>
              <a:defRPr sz="1600">
                <a:solidFill>
                  <a:schemeClr val="bg1"/>
                </a:solidFill>
              </a:defRPr>
            </a:lvl8pPr>
            <a:lvl9pPr marL="3657600" indent="0">
              <a:buNone/>
              <a:defRPr sz="1600"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99249777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7/2/2026</a:t>
            </a:fld>
            <a:endParaRPr/>
          </a:p>
        </p:txBody>
      </p:sp>
      <p:sp>
        <p:nvSpPr>
          <p:cNvPr id="130952471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120192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honeycomb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02229951" name="Grupo 602229950"/>
          <p:cNvGrpSpPr/>
          <p:nvPr/>
        </p:nvGrpSpPr>
        <p:grpSpPr bwMode="auto">
          <a:xfrm>
            <a:off x="9509230" y="0"/>
            <a:ext cx="2682765" cy="4240775"/>
            <a:chOff x="0" y="0"/>
            <a:chExt cx="2682765" cy="4240775"/>
          </a:xfrm>
        </p:grpSpPr>
        <p:sp>
          <p:nvSpPr>
            <p:cNvPr id="899103650" name="Forma libre: forma 899103649"/>
            <p:cNvSpPr/>
            <p:nvPr/>
          </p:nvSpPr>
          <p:spPr bwMode="auto">
            <a:xfrm>
              <a:off x="14292" y="0"/>
              <a:ext cx="2168469" cy="1166098"/>
            </a:xfrm>
            <a:custGeom>
              <a:avLst/>
              <a:gdLst/>
              <a:ahLst/>
              <a:cxnLst/>
              <a:rect l="0" t="0" r="r" b="b"/>
              <a:pathLst>
                <a:path w="2168471" h="1166100" extrusionOk="0">
                  <a:moveTo>
                    <a:pt x="2559" y="221292"/>
                  </a:moveTo>
                  <a:cubicBezTo>
                    <a:pt x="2559" y="221292"/>
                    <a:pt x="546327" y="0"/>
                    <a:pt x="546327" y="0"/>
                  </a:cubicBezTo>
                  <a:cubicBezTo>
                    <a:pt x="546327" y="0"/>
                    <a:pt x="2168471" y="0"/>
                    <a:pt x="2168471" y="0"/>
                  </a:cubicBezTo>
                  <a:cubicBezTo>
                    <a:pt x="2168471" y="0"/>
                    <a:pt x="2168471" y="1122208"/>
                    <a:pt x="2168471" y="1122208"/>
                  </a:cubicBezTo>
                  <a:cubicBezTo>
                    <a:pt x="2168471" y="1122208"/>
                    <a:pt x="0" y="1166100"/>
                    <a:pt x="0" y="1166100"/>
                  </a:cubicBezTo>
                  <a:cubicBezTo>
                    <a:pt x="0" y="1166100"/>
                    <a:pt x="2559" y="221292"/>
                    <a:pt x="2559" y="221292"/>
                  </a:cubicBezTo>
                  <a:close/>
                </a:path>
              </a:pathLst>
            </a:custGeom>
            <a:gradFill>
              <a:gsLst>
                <a:gs pos="2000">
                  <a:schemeClr val="accent1">
                    <a:lumMod val="50000"/>
                  </a:schemeClr>
                </a:gs>
                <a:gs pos="46000">
                  <a:schemeClr val="accent2">
                    <a:lumMod val="50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9000000" scaled="1"/>
            </a:gra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92231560" name="Forma libre: forma 92231559"/>
            <p:cNvSpPr/>
            <p:nvPr/>
          </p:nvSpPr>
          <p:spPr bwMode="auto">
            <a:xfrm>
              <a:off x="720075" y="278266"/>
              <a:ext cx="837900" cy="2281407"/>
            </a:xfrm>
            <a:custGeom>
              <a:avLst/>
              <a:gdLst/>
              <a:ahLst/>
              <a:cxnLst/>
              <a:rect l="0" t="0" r="r" b="b"/>
              <a:pathLst>
                <a:path w="43200" h="43200" extrusionOk="0">
                  <a:moveTo>
                    <a:pt x="446" y="6251"/>
                  </a:moveTo>
                  <a:lnTo>
                    <a:pt x="43200" y="0"/>
                  </a:lnTo>
                  <a:lnTo>
                    <a:pt x="30951" y="43200"/>
                  </a:lnTo>
                  <a:lnTo>
                    <a:pt x="0" y="43200"/>
                  </a:lnTo>
                  <a:lnTo>
                    <a:pt x="446" y="6251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0"/>
                  </a:schemeClr>
                </a:gs>
                <a:gs pos="30000">
                  <a:schemeClr val="accent1">
                    <a:lumMod val="75000"/>
                  </a:schemeClr>
                </a:gs>
                <a:gs pos="92000">
                  <a:schemeClr val="accent2">
                    <a:lumMod val="5000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146340456" name="Forma libre: forma 1146340455"/>
            <p:cNvSpPr/>
            <p:nvPr/>
          </p:nvSpPr>
          <p:spPr bwMode="auto">
            <a:xfrm>
              <a:off x="0" y="229455"/>
              <a:ext cx="770483" cy="3836295"/>
            </a:xfrm>
            <a:custGeom>
              <a:avLst/>
              <a:gdLst/>
              <a:ahLst/>
              <a:cxnLst/>
              <a:rect l="0" t="0" r="r" b="b"/>
              <a:pathLst>
                <a:path w="43200" h="43200" extrusionOk="0">
                  <a:moveTo>
                    <a:pt x="872" y="0"/>
                  </a:moveTo>
                  <a:lnTo>
                    <a:pt x="43200" y="4128"/>
                  </a:lnTo>
                  <a:lnTo>
                    <a:pt x="42414" y="42774"/>
                  </a:lnTo>
                  <a:lnTo>
                    <a:pt x="0" y="43200"/>
                  </a:lnTo>
                  <a:lnTo>
                    <a:pt x="872" y="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5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081072987" name="Forma libre: forma 2081072986"/>
            <p:cNvSpPr/>
            <p:nvPr/>
          </p:nvSpPr>
          <p:spPr bwMode="auto">
            <a:xfrm>
              <a:off x="1195400" y="476093"/>
              <a:ext cx="571500" cy="2077762"/>
            </a:xfrm>
            <a:custGeom>
              <a:avLst/>
              <a:gdLst/>
              <a:ahLst/>
              <a:cxnLst/>
              <a:rect l="0" t="0" r="r" b="b"/>
              <a:pathLst>
                <a:path w="43200" h="43200" extrusionOk="0">
                  <a:moveTo>
                    <a:pt x="0" y="0"/>
                  </a:moveTo>
                  <a:lnTo>
                    <a:pt x="43200" y="7905"/>
                  </a:lnTo>
                  <a:lnTo>
                    <a:pt x="43200" y="43200"/>
                  </a:lnTo>
                  <a:lnTo>
                    <a:pt x="0" y="432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935063782" name="Forma libre: forma 935063781"/>
            <p:cNvSpPr/>
            <p:nvPr/>
          </p:nvSpPr>
          <p:spPr bwMode="auto">
            <a:xfrm>
              <a:off x="1206159" y="0"/>
              <a:ext cx="1476604" cy="1451740"/>
            </a:xfrm>
            <a:custGeom>
              <a:avLst/>
              <a:gdLst/>
              <a:ahLst/>
              <a:cxnLst/>
              <a:rect l="0" t="0" r="r" b="b"/>
              <a:pathLst>
                <a:path w="43200" h="43200" extrusionOk="0">
                  <a:moveTo>
                    <a:pt x="135" y="12600"/>
                  </a:moveTo>
                  <a:cubicBezTo>
                    <a:pt x="135" y="12600"/>
                    <a:pt x="24597" y="0"/>
                    <a:pt x="24597" y="0"/>
                  </a:cubicBezTo>
                  <a:lnTo>
                    <a:pt x="43200" y="0"/>
                  </a:lnTo>
                  <a:cubicBezTo>
                    <a:pt x="43200" y="0"/>
                    <a:pt x="43200" y="41893"/>
                    <a:pt x="43200" y="41893"/>
                  </a:cubicBezTo>
                  <a:cubicBezTo>
                    <a:pt x="43200" y="41893"/>
                    <a:pt x="0" y="43199"/>
                    <a:pt x="0" y="43199"/>
                  </a:cubicBezTo>
                  <a:cubicBezTo>
                    <a:pt x="0" y="43199"/>
                    <a:pt x="135" y="12433"/>
                    <a:pt x="135" y="12600"/>
                  </a:cubicBezTo>
                  <a:close/>
                </a:path>
              </a:pathLst>
            </a:custGeom>
            <a:gradFill>
              <a:gsLst>
                <a:gs pos="2000">
                  <a:schemeClr val="accent1">
                    <a:lumMod val="50000"/>
                  </a:schemeClr>
                </a:gs>
                <a:gs pos="46000">
                  <a:schemeClr val="accent2">
                    <a:lumMod val="50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9000000" scaled="1"/>
            </a:gra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518789494" name="Forma libre: forma 1518789493"/>
            <p:cNvSpPr/>
            <p:nvPr/>
          </p:nvSpPr>
          <p:spPr bwMode="auto">
            <a:xfrm>
              <a:off x="1766901" y="229455"/>
              <a:ext cx="915862" cy="2258157"/>
            </a:xfrm>
            <a:custGeom>
              <a:avLst/>
              <a:gdLst/>
              <a:ahLst/>
              <a:cxnLst/>
              <a:rect l="0" t="0" r="r" b="b"/>
              <a:pathLst>
                <a:path w="43200" h="43200" extrusionOk="0">
                  <a:moveTo>
                    <a:pt x="0" y="11082"/>
                  </a:moveTo>
                  <a:lnTo>
                    <a:pt x="43199" y="0"/>
                  </a:lnTo>
                  <a:lnTo>
                    <a:pt x="43200" y="43200"/>
                  </a:lnTo>
                  <a:lnTo>
                    <a:pt x="0" y="43200"/>
                  </a:lnTo>
                  <a:lnTo>
                    <a:pt x="0" y="110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0"/>
                  </a:schemeClr>
                </a:gs>
                <a:gs pos="32000">
                  <a:schemeClr val="accent1">
                    <a:lumMod val="75000"/>
                  </a:schemeClr>
                </a:gs>
                <a:gs pos="76000">
                  <a:schemeClr val="accent2">
                    <a:lumMod val="5000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94139372" name="Forma libre: forma 594139371"/>
            <p:cNvSpPr/>
            <p:nvPr/>
          </p:nvSpPr>
          <p:spPr bwMode="auto">
            <a:xfrm>
              <a:off x="1195400" y="417632"/>
              <a:ext cx="571500" cy="2136222"/>
            </a:xfrm>
            <a:custGeom>
              <a:avLst/>
              <a:gdLst/>
              <a:ahLst/>
              <a:cxnLst/>
              <a:rect l="0" t="0" r="r" b="b"/>
              <a:pathLst>
                <a:path w="43200" h="43200" extrusionOk="0">
                  <a:moveTo>
                    <a:pt x="0" y="0"/>
                  </a:moveTo>
                  <a:lnTo>
                    <a:pt x="43200" y="7905"/>
                  </a:lnTo>
                  <a:lnTo>
                    <a:pt x="43200" y="43200"/>
                  </a:lnTo>
                  <a:lnTo>
                    <a:pt x="0" y="432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861028554" name="Forma libre: forma 1861028553"/>
            <p:cNvSpPr/>
            <p:nvPr/>
          </p:nvSpPr>
          <p:spPr bwMode="auto">
            <a:xfrm>
              <a:off x="1766901" y="1868040"/>
              <a:ext cx="915862" cy="2372734"/>
            </a:xfrm>
            <a:custGeom>
              <a:avLst/>
              <a:gdLst/>
              <a:ahLst/>
              <a:cxnLst/>
              <a:rect l="0" t="0" r="r" b="b"/>
              <a:pathLst>
                <a:path w="915865" h="2197711" extrusionOk="0">
                  <a:moveTo>
                    <a:pt x="0" y="563774"/>
                  </a:moveTo>
                  <a:cubicBezTo>
                    <a:pt x="0" y="563774"/>
                    <a:pt x="915843" y="0"/>
                    <a:pt x="915843" y="0"/>
                  </a:cubicBezTo>
                  <a:cubicBezTo>
                    <a:pt x="915843" y="0"/>
                    <a:pt x="915864" y="2197711"/>
                    <a:pt x="915864" y="2197711"/>
                  </a:cubicBezTo>
                  <a:cubicBezTo>
                    <a:pt x="915864" y="2197711"/>
                    <a:pt x="915859" y="2197710"/>
                    <a:pt x="915859" y="2197710"/>
                  </a:cubicBezTo>
                  <a:cubicBezTo>
                    <a:pt x="915859" y="2197710"/>
                    <a:pt x="915843" y="587986"/>
                    <a:pt x="915843" y="587986"/>
                  </a:cubicBezTo>
                  <a:cubicBezTo>
                    <a:pt x="915843" y="587986"/>
                    <a:pt x="0" y="1151759"/>
                    <a:pt x="0" y="1151759"/>
                  </a:cubicBezTo>
                  <a:cubicBezTo>
                    <a:pt x="0" y="1151759"/>
                    <a:pt x="0" y="563774"/>
                    <a:pt x="0" y="563774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lumMod val="50000"/>
                  </a:schemeClr>
                </a:gs>
                <a:gs pos="75000">
                  <a:schemeClr val="accent1">
                    <a:lumMod val="50000"/>
                  </a:schemeClr>
                </a:gs>
              </a:gsLst>
              <a:lin ang="10800000" scaled="1"/>
            </a:gra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lstStyle/>
            <a:p>
              <a:pPr algn="ctr">
                <a:defRPr/>
              </a:pPr>
              <a:endParaRPr/>
            </a:p>
          </p:txBody>
        </p:sp>
      </p:grpSp>
      <p:sp>
        <p:nvSpPr>
          <p:cNvPr id="181589555" name="Rectángulo: esquinas redondeadas 181589554"/>
          <p:cNvSpPr/>
          <p:nvPr/>
        </p:nvSpPr>
        <p:spPr bwMode="auto">
          <a:xfrm>
            <a:off x="841246" y="1837347"/>
            <a:ext cx="5178550" cy="4342788"/>
          </a:xfrm>
          <a:prstGeom prst="roundRect">
            <a:avLst>
              <a:gd name="adj" fmla="val 3868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25725028" name="Forma libre: forma 1125725027"/>
          <p:cNvSpPr/>
          <p:nvPr/>
        </p:nvSpPr>
        <p:spPr bwMode="auto">
          <a:xfrm>
            <a:off x="9990922" y="2036061"/>
            <a:ext cx="692948" cy="3645508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872" y="0"/>
                </a:moveTo>
                <a:lnTo>
                  <a:pt x="43200" y="4128"/>
                </a:lnTo>
                <a:lnTo>
                  <a:pt x="42414" y="42774"/>
                </a:lnTo>
                <a:lnTo>
                  <a:pt x="0" y="43200"/>
                </a:lnTo>
                <a:lnTo>
                  <a:pt x="872" y="0"/>
                </a:lnTo>
                <a:close/>
              </a:path>
            </a:pathLst>
          </a:custGeom>
          <a:gradFill>
            <a:gsLst>
              <a:gs pos="30000">
                <a:schemeClr val="accent2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3359845" name="Forma libre: forma 503359844"/>
          <p:cNvSpPr/>
          <p:nvPr/>
        </p:nvSpPr>
        <p:spPr bwMode="auto">
          <a:xfrm>
            <a:off x="11191986" y="1283257"/>
            <a:ext cx="1000011" cy="1505596"/>
          </a:xfrm>
          <a:custGeom>
            <a:avLst/>
            <a:gdLst/>
            <a:ahLst/>
            <a:cxnLst/>
            <a:rect l="0" t="0" r="r" b="b"/>
            <a:pathLst>
              <a:path w="1000014" h="1505599" extrusionOk="0">
                <a:moveTo>
                  <a:pt x="0" y="552906"/>
                </a:moveTo>
                <a:cubicBezTo>
                  <a:pt x="0" y="552906"/>
                  <a:pt x="1000013" y="0"/>
                  <a:pt x="1000013" y="0"/>
                </a:cubicBezTo>
                <a:cubicBezTo>
                  <a:pt x="1000013" y="0"/>
                  <a:pt x="1000013" y="991178"/>
                  <a:pt x="1000013" y="991178"/>
                </a:cubicBezTo>
                <a:cubicBezTo>
                  <a:pt x="1000013" y="991178"/>
                  <a:pt x="12168" y="1505598"/>
                  <a:pt x="12168" y="1505598"/>
                </a:cubicBezTo>
                <a:cubicBezTo>
                  <a:pt x="12168" y="1505598"/>
                  <a:pt x="0" y="552906"/>
                  <a:pt x="0" y="552906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90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887058365" name="Forma libre: forma 887058364"/>
          <p:cNvSpPr/>
          <p:nvPr/>
        </p:nvSpPr>
        <p:spPr bwMode="auto">
          <a:xfrm>
            <a:off x="11118425" y="2249365"/>
            <a:ext cx="1074961" cy="4595022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2955" y="5198"/>
                </a:moveTo>
                <a:cubicBezTo>
                  <a:pt x="2955" y="5198"/>
                  <a:pt x="43143" y="0"/>
                  <a:pt x="43143" y="0"/>
                </a:cubicBezTo>
                <a:cubicBezTo>
                  <a:pt x="43143" y="0"/>
                  <a:pt x="43200" y="43199"/>
                  <a:pt x="43200" y="43199"/>
                </a:cubicBezTo>
                <a:lnTo>
                  <a:pt x="0" y="43199"/>
                </a:lnTo>
                <a:cubicBezTo>
                  <a:pt x="0" y="43200"/>
                  <a:pt x="2955" y="5198"/>
                  <a:pt x="2955" y="5198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56000">
                <a:schemeClr val="accent1">
                  <a:lumMod val="50000"/>
                </a:schemeClr>
              </a:gs>
              <a:gs pos="100000">
                <a:schemeClr val="tx2">
                  <a:lumMod val="5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1064910672" name="Forma libre: forma 1064910671"/>
          <p:cNvSpPr/>
          <p:nvPr/>
        </p:nvSpPr>
        <p:spPr bwMode="auto">
          <a:xfrm>
            <a:off x="11176983" y="2208546"/>
            <a:ext cx="1015011" cy="907488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0" y="26319"/>
                </a:moveTo>
                <a:cubicBezTo>
                  <a:pt x="0" y="26319"/>
                  <a:pt x="42561" y="0"/>
                  <a:pt x="42561" y="0"/>
                </a:cubicBezTo>
                <a:cubicBezTo>
                  <a:pt x="42561" y="0"/>
                  <a:pt x="43200" y="15993"/>
                  <a:pt x="43200" y="15993"/>
                </a:cubicBezTo>
                <a:cubicBezTo>
                  <a:pt x="43200" y="15993"/>
                  <a:pt x="344" y="43200"/>
                  <a:pt x="344" y="43200"/>
                </a:cubicBezTo>
                <a:cubicBezTo>
                  <a:pt x="344" y="43200"/>
                  <a:pt x="0" y="26319"/>
                  <a:pt x="0" y="26319"/>
                </a:cubicBezTo>
                <a:close/>
              </a:path>
            </a:pathLst>
          </a:custGeom>
          <a:gradFill>
            <a:gsLst>
              <a:gs pos="25000">
                <a:schemeClr val="accent2">
                  <a:lumMod val="50000"/>
                </a:schemeClr>
              </a:gs>
              <a:gs pos="100000">
                <a:schemeClr val="accent1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13024482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72371836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9" y="1825624"/>
            <a:ext cx="5181599" cy="4351338"/>
          </a:xfrm>
        </p:spPr>
        <p:txBody>
          <a:bodyPr/>
          <a:lstStyle>
            <a:lvl1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1pPr>
            <a:lvl2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2pPr>
            <a:lvl3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3pPr>
            <a:lvl4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4pPr>
            <a:lvl5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5pPr>
            <a:lvl6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6pPr>
            <a:lvl7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7pPr>
            <a:lvl8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8pPr>
            <a:lvl9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9pPr>
          </a:lstStyle>
          <a:p>
            <a:pPr lvl="0" defTabSz="914400" rtl="0">
              <a:defRPr/>
            </a:pPr>
            <a:r>
              <a:t>Click to edit Master text styles</a:t>
            </a:r>
          </a:p>
          <a:p>
            <a:pPr lvl="1" defTabSz="914400" rtl="0">
              <a:defRPr/>
            </a:pPr>
            <a:r>
              <a:t>Second level</a:t>
            </a:r>
          </a:p>
          <a:p>
            <a:pPr lvl="2" defTabSz="914400" rtl="0">
              <a:defRPr/>
            </a:pPr>
            <a:r>
              <a:t>Third level</a:t>
            </a:r>
          </a:p>
          <a:p>
            <a:pPr lvl="3" defTabSz="914400" rtl="0">
              <a:defRPr/>
            </a:pPr>
            <a:r>
              <a:t>Fourth level</a:t>
            </a:r>
          </a:p>
          <a:p>
            <a:pPr lvl="4" defTabSz="914400" rtl="0">
              <a:defRPr/>
            </a:pPr>
            <a:r>
              <a:t>Fifth level</a:t>
            </a:r>
          </a:p>
        </p:txBody>
      </p:sp>
      <p:sp>
        <p:nvSpPr>
          <p:cNvPr id="73908454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1614558" name="Rectángulo: esquinas redondeadas 1951614557"/>
          <p:cNvSpPr/>
          <p:nvPr/>
        </p:nvSpPr>
        <p:spPr bwMode="auto">
          <a:xfrm>
            <a:off x="6178293" y="1837347"/>
            <a:ext cx="5178550" cy="4342788"/>
          </a:xfrm>
          <a:prstGeom prst="roundRect">
            <a:avLst>
              <a:gd name="adj" fmla="val 3868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222884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4"/>
            <a:ext cx="5181599" cy="4351338"/>
          </a:xfrm>
        </p:spPr>
        <p:txBody>
          <a:bodyPr/>
          <a:lstStyle>
            <a:lvl1pPr marL="228600" marR="0" indent="-228600" algn="l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1pPr>
            <a:lvl2pPr marL="228600" marR="0" indent="-228600" algn="l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2pPr>
            <a:lvl3pPr marL="228600" marR="0" indent="-228600" algn="l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3pPr>
            <a:lvl4pPr marL="228600" marR="0" indent="-228600" algn="l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4pPr>
            <a:lvl5pPr marL="228600" marR="0" indent="-228600" algn="l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 defTabSz="914400" rtl="0">
              <a:defRPr/>
            </a:pPr>
            <a:r>
              <a:t>Click to edit Master text styles</a:t>
            </a:r>
          </a:p>
          <a:p>
            <a:pPr lvl="1" defTabSz="914400" rtl="0">
              <a:defRPr/>
            </a:pPr>
            <a:r>
              <a:t>Second level</a:t>
            </a:r>
          </a:p>
          <a:p>
            <a:pPr lvl="2" defTabSz="914400" rtl="0">
              <a:defRPr/>
            </a:pPr>
            <a:r>
              <a:t>Third level</a:t>
            </a:r>
          </a:p>
          <a:p>
            <a:pPr lvl="3" defTabSz="914400" rtl="0">
              <a:defRPr/>
            </a:pPr>
            <a:r>
              <a:t>Fourth level</a:t>
            </a:r>
          </a:p>
          <a:p>
            <a:pPr lvl="4" defTabSz="914400" rtl="0">
              <a:defRPr/>
            </a:pPr>
            <a:r>
              <a:t>Fifth level</a:t>
            </a:r>
          </a:p>
        </p:txBody>
      </p:sp>
      <p:sp>
        <p:nvSpPr>
          <p:cNvPr id="199549239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7/2/2026</a:t>
            </a:fld>
            <a:endParaRPr/>
          </a:p>
        </p:txBody>
      </p:sp>
      <p:sp>
        <p:nvSpPr>
          <p:cNvPr id="37859898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447929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honeycomb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67127154" name="Grupo 1367127153"/>
          <p:cNvGrpSpPr/>
          <p:nvPr/>
        </p:nvGrpSpPr>
        <p:grpSpPr bwMode="auto">
          <a:xfrm>
            <a:off x="9509230" y="0"/>
            <a:ext cx="2682766" cy="4240776"/>
            <a:chOff x="0" y="0"/>
            <a:chExt cx="2682766" cy="4240776"/>
          </a:xfrm>
        </p:grpSpPr>
        <p:sp>
          <p:nvSpPr>
            <p:cNvPr id="1615766652" name="Forma libre: forma 1615766651"/>
            <p:cNvSpPr/>
            <p:nvPr/>
          </p:nvSpPr>
          <p:spPr bwMode="auto">
            <a:xfrm>
              <a:off x="14292" y="0"/>
              <a:ext cx="2168470" cy="1166098"/>
            </a:xfrm>
            <a:custGeom>
              <a:avLst/>
              <a:gdLst/>
              <a:ahLst/>
              <a:cxnLst/>
              <a:rect l="0" t="0" r="r" b="b"/>
              <a:pathLst>
                <a:path w="2168472" h="1166100" extrusionOk="0">
                  <a:moveTo>
                    <a:pt x="2559" y="221292"/>
                  </a:moveTo>
                  <a:cubicBezTo>
                    <a:pt x="2559" y="221292"/>
                    <a:pt x="546327" y="0"/>
                    <a:pt x="546327" y="0"/>
                  </a:cubicBezTo>
                  <a:cubicBezTo>
                    <a:pt x="546327" y="0"/>
                    <a:pt x="2168471" y="0"/>
                    <a:pt x="2168471" y="0"/>
                  </a:cubicBezTo>
                  <a:cubicBezTo>
                    <a:pt x="2168471" y="0"/>
                    <a:pt x="2168471" y="1122208"/>
                    <a:pt x="2168471" y="1122208"/>
                  </a:cubicBezTo>
                  <a:cubicBezTo>
                    <a:pt x="2168471" y="1122208"/>
                    <a:pt x="0" y="1166100"/>
                    <a:pt x="0" y="1166100"/>
                  </a:cubicBezTo>
                  <a:cubicBezTo>
                    <a:pt x="0" y="1166100"/>
                    <a:pt x="2559" y="221292"/>
                    <a:pt x="2559" y="221292"/>
                  </a:cubicBezTo>
                  <a:close/>
                </a:path>
              </a:pathLst>
            </a:custGeom>
            <a:gradFill>
              <a:gsLst>
                <a:gs pos="2000">
                  <a:schemeClr val="accent1">
                    <a:lumMod val="50000"/>
                  </a:schemeClr>
                </a:gs>
                <a:gs pos="46000">
                  <a:schemeClr val="accent2">
                    <a:lumMod val="50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9000000" scaled="1"/>
            </a:gra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36298565" name="Forma libre: forma 736298564"/>
            <p:cNvSpPr/>
            <p:nvPr/>
          </p:nvSpPr>
          <p:spPr bwMode="auto">
            <a:xfrm>
              <a:off x="720075" y="278267"/>
              <a:ext cx="837900" cy="2281408"/>
            </a:xfrm>
            <a:custGeom>
              <a:avLst/>
              <a:gdLst/>
              <a:ahLst/>
              <a:cxnLst/>
              <a:rect l="0" t="0" r="r" b="b"/>
              <a:pathLst>
                <a:path w="43200" h="43200" extrusionOk="0">
                  <a:moveTo>
                    <a:pt x="446" y="6251"/>
                  </a:moveTo>
                  <a:lnTo>
                    <a:pt x="43200" y="0"/>
                  </a:lnTo>
                  <a:lnTo>
                    <a:pt x="30951" y="43200"/>
                  </a:lnTo>
                  <a:lnTo>
                    <a:pt x="0" y="43200"/>
                  </a:lnTo>
                  <a:lnTo>
                    <a:pt x="446" y="6251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0"/>
                  </a:schemeClr>
                </a:gs>
                <a:gs pos="30000">
                  <a:schemeClr val="accent1">
                    <a:lumMod val="75000"/>
                  </a:schemeClr>
                </a:gs>
                <a:gs pos="92000">
                  <a:schemeClr val="accent2">
                    <a:lumMod val="5000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97037155" name="Forma libre: forma 197037154"/>
            <p:cNvSpPr/>
            <p:nvPr/>
          </p:nvSpPr>
          <p:spPr bwMode="auto">
            <a:xfrm>
              <a:off x="0" y="229456"/>
              <a:ext cx="770484" cy="3836295"/>
            </a:xfrm>
            <a:custGeom>
              <a:avLst/>
              <a:gdLst/>
              <a:ahLst/>
              <a:cxnLst/>
              <a:rect l="0" t="0" r="r" b="b"/>
              <a:pathLst>
                <a:path w="43200" h="43200" extrusionOk="0">
                  <a:moveTo>
                    <a:pt x="872" y="0"/>
                  </a:moveTo>
                  <a:lnTo>
                    <a:pt x="43200" y="4128"/>
                  </a:lnTo>
                  <a:lnTo>
                    <a:pt x="42414" y="42774"/>
                  </a:lnTo>
                  <a:lnTo>
                    <a:pt x="0" y="43200"/>
                  </a:lnTo>
                  <a:lnTo>
                    <a:pt x="872" y="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5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064223638" name="Forma libre: forma 2064223637"/>
            <p:cNvSpPr/>
            <p:nvPr/>
          </p:nvSpPr>
          <p:spPr bwMode="auto">
            <a:xfrm>
              <a:off x="1195401" y="476094"/>
              <a:ext cx="571500" cy="2077763"/>
            </a:xfrm>
            <a:custGeom>
              <a:avLst/>
              <a:gdLst/>
              <a:ahLst/>
              <a:cxnLst/>
              <a:rect l="0" t="0" r="r" b="b"/>
              <a:pathLst>
                <a:path w="43200" h="43200" extrusionOk="0">
                  <a:moveTo>
                    <a:pt x="0" y="0"/>
                  </a:moveTo>
                  <a:lnTo>
                    <a:pt x="43200" y="7905"/>
                  </a:lnTo>
                  <a:lnTo>
                    <a:pt x="43200" y="43200"/>
                  </a:lnTo>
                  <a:lnTo>
                    <a:pt x="0" y="432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926875920" name="Forma libre: forma 926875919"/>
            <p:cNvSpPr/>
            <p:nvPr/>
          </p:nvSpPr>
          <p:spPr bwMode="auto">
            <a:xfrm>
              <a:off x="1206160" y="0"/>
              <a:ext cx="1476605" cy="1451740"/>
            </a:xfrm>
            <a:custGeom>
              <a:avLst/>
              <a:gdLst/>
              <a:ahLst/>
              <a:cxnLst/>
              <a:rect l="0" t="0" r="r" b="b"/>
              <a:pathLst>
                <a:path w="43200" h="43200" extrusionOk="0">
                  <a:moveTo>
                    <a:pt x="135" y="12600"/>
                  </a:moveTo>
                  <a:cubicBezTo>
                    <a:pt x="135" y="12600"/>
                    <a:pt x="24597" y="0"/>
                    <a:pt x="24597" y="0"/>
                  </a:cubicBezTo>
                  <a:lnTo>
                    <a:pt x="43200" y="0"/>
                  </a:lnTo>
                  <a:cubicBezTo>
                    <a:pt x="43200" y="0"/>
                    <a:pt x="43200" y="41893"/>
                    <a:pt x="43200" y="41893"/>
                  </a:cubicBezTo>
                  <a:cubicBezTo>
                    <a:pt x="43200" y="41893"/>
                    <a:pt x="0" y="43199"/>
                    <a:pt x="0" y="43199"/>
                  </a:cubicBezTo>
                  <a:cubicBezTo>
                    <a:pt x="0" y="43199"/>
                    <a:pt x="135" y="12433"/>
                    <a:pt x="135" y="12600"/>
                  </a:cubicBezTo>
                  <a:close/>
                </a:path>
              </a:pathLst>
            </a:custGeom>
            <a:gradFill>
              <a:gsLst>
                <a:gs pos="2000">
                  <a:schemeClr val="accent1">
                    <a:lumMod val="50000"/>
                  </a:schemeClr>
                </a:gs>
                <a:gs pos="46000">
                  <a:schemeClr val="accent2">
                    <a:lumMod val="50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9000000" scaled="1"/>
            </a:gra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19757094" name="Forma libre: forma 119757093"/>
            <p:cNvSpPr/>
            <p:nvPr/>
          </p:nvSpPr>
          <p:spPr bwMode="auto">
            <a:xfrm>
              <a:off x="1766901" y="229456"/>
              <a:ext cx="915862" cy="2258157"/>
            </a:xfrm>
            <a:custGeom>
              <a:avLst/>
              <a:gdLst/>
              <a:ahLst/>
              <a:cxnLst/>
              <a:rect l="0" t="0" r="r" b="b"/>
              <a:pathLst>
                <a:path w="43200" h="43200" extrusionOk="0">
                  <a:moveTo>
                    <a:pt x="0" y="11082"/>
                  </a:moveTo>
                  <a:lnTo>
                    <a:pt x="43199" y="0"/>
                  </a:lnTo>
                  <a:lnTo>
                    <a:pt x="43200" y="43200"/>
                  </a:lnTo>
                  <a:lnTo>
                    <a:pt x="0" y="43200"/>
                  </a:lnTo>
                  <a:lnTo>
                    <a:pt x="0" y="110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0"/>
                  </a:schemeClr>
                </a:gs>
                <a:gs pos="32000">
                  <a:schemeClr val="accent1">
                    <a:lumMod val="75000"/>
                  </a:schemeClr>
                </a:gs>
                <a:gs pos="76000">
                  <a:schemeClr val="accent2">
                    <a:lumMod val="5000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" name="Forma libre: forma 1"/>
            <p:cNvSpPr/>
            <p:nvPr/>
          </p:nvSpPr>
          <p:spPr bwMode="auto">
            <a:xfrm>
              <a:off x="1195401" y="417633"/>
              <a:ext cx="571500" cy="2136223"/>
            </a:xfrm>
            <a:custGeom>
              <a:avLst/>
              <a:gdLst/>
              <a:ahLst/>
              <a:cxnLst/>
              <a:rect l="0" t="0" r="r" b="b"/>
              <a:pathLst>
                <a:path w="43200" h="43200" extrusionOk="0">
                  <a:moveTo>
                    <a:pt x="0" y="0"/>
                  </a:moveTo>
                  <a:lnTo>
                    <a:pt x="43200" y="7905"/>
                  </a:lnTo>
                  <a:lnTo>
                    <a:pt x="43200" y="43200"/>
                  </a:lnTo>
                  <a:lnTo>
                    <a:pt x="0" y="432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109375561" name="Forma libre: forma 1109375560"/>
            <p:cNvSpPr/>
            <p:nvPr/>
          </p:nvSpPr>
          <p:spPr bwMode="auto">
            <a:xfrm>
              <a:off x="1766901" y="1868040"/>
              <a:ext cx="915863" cy="2372735"/>
            </a:xfrm>
            <a:custGeom>
              <a:avLst/>
              <a:gdLst/>
              <a:ahLst/>
              <a:cxnLst/>
              <a:rect l="0" t="0" r="r" b="b"/>
              <a:pathLst>
                <a:path w="915865" h="2197711" extrusionOk="0">
                  <a:moveTo>
                    <a:pt x="0" y="563774"/>
                  </a:moveTo>
                  <a:cubicBezTo>
                    <a:pt x="0" y="563774"/>
                    <a:pt x="915843" y="0"/>
                    <a:pt x="915843" y="0"/>
                  </a:cubicBezTo>
                  <a:cubicBezTo>
                    <a:pt x="915843" y="0"/>
                    <a:pt x="915864" y="2197711"/>
                    <a:pt x="915864" y="2197711"/>
                  </a:cubicBezTo>
                  <a:cubicBezTo>
                    <a:pt x="915864" y="2197711"/>
                    <a:pt x="915859" y="2197710"/>
                    <a:pt x="915859" y="2197710"/>
                  </a:cubicBezTo>
                  <a:cubicBezTo>
                    <a:pt x="915859" y="2197710"/>
                    <a:pt x="915843" y="587986"/>
                    <a:pt x="915843" y="587986"/>
                  </a:cubicBezTo>
                  <a:cubicBezTo>
                    <a:pt x="915843" y="587986"/>
                    <a:pt x="0" y="1151759"/>
                    <a:pt x="0" y="1151759"/>
                  </a:cubicBezTo>
                  <a:cubicBezTo>
                    <a:pt x="0" y="1151759"/>
                    <a:pt x="0" y="563774"/>
                    <a:pt x="0" y="563774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lumMod val="50000"/>
                  </a:schemeClr>
                </a:gs>
                <a:gs pos="75000">
                  <a:schemeClr val="accent1">
                    <a:lumMod val="50000"/>
                  </a:schemeClr>
                </a:gs>
              </a:gsLst>
              <a:lin ang="10800000" scaled="1"/>
            </a:gra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lstStyle/>
            <a:p>
              <a:pPr algn="ctr">
                <a:defRPr/>
              </a:pPr>
              <a:endParaRPr/>
            </a:p>
          </p:txBody>
        </p:sp>
      </p:grpSp>
      <p:sp>
        <p:nvSpPr>
          <p:cNvPr id="469676026" name="Rectángulo: esquinas redondeadas 469676025"/>
          <p:cNvSpPr/>
          <p:nvPr/>
        </p:nvSpPr>
        <p:spPr bwMode="auto">
          <a:xfrm>
            <a:off x="841244" y="2505072"/>
            <a:ext cx="5156326" cy="3675060"/>
          </a:xfrm>
          <a:prstGeom prst="roundRect">
            <a:avLst>
              <a:gd name="adj" fmla="val 3868"/>
            </a:avLst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09602083" name="Title 1"/>
          <p:cNvSpPr>
            <a:spLocks noGrp="1"/>
          </p:cNvSpPr>
          <p:nvPr>
            <p:ph type="title"/>
          </p:nvPr>
        </p:nvSpPr>
        <p:spPr bwMode="auto">
          <a:xfrm>
            <a:off x="839786" y="365123"/>
            <a:ext cx="8209847" cy="1325561"/>
          </a:xfrm>
        </p:spPr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21395380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7" y="1681162"/>
            <a:ext cx="5157786" cy="823911"/>
          </a:xfrm>
          <a:prstGeom prst="rect">
            <a:avLst/>
          </a:prstGeom>
          <a:ln>
            <a:noFill/>
          </a:ln>
        </p:spPr>
        <p:txBody>
          <a:bodyPr vertOverflow="overflow" horzOverflow="overflow" vert="horz" wrap="square" lIns="274318" tIns="274318" rIns="274318" bIns="45720" numCol="1" spcCol="0" rtlCol="0" fromWordArt="0" anchor="ctr" anchorCtr="0" forceAA="0" compatLnSpc="0">
            <a:normAutofit/>
          </a:bodyPr>
          <a:lstStyle>
            <a:lvl1pPr marL="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2pPr>
            <a:lvl3pPr marL="9144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3pPr>
            <a:lvl4pPr marL="13716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4pPr>
            <a:lvl5pPr marL="18288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5pPr>
            <a:lvl6pPr marL="22860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6pPr>
            <a:lvl7pPr marL="27432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7pPr>
            <a:lvl8pPr marL="32004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8pPr>
            <a:lvl9pPr marL="36576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t>Click to edit Master text </a:t>
            </a:r>
          </a:p>
        </p:txBody>
      </p:sp>
      <p:sp>
        <p:nvSpPr>
          <p:cNvPr id="203571886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6" y="2505073"/>
            <a:ext cx="5157786" cy="3684587"/>
          </a:xfrm>
        </p:spPr>
        <p:txBody>
          <a:bodyPr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86690004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7/2/2026</a:t>
            </a:fld>
            <a:endParaRPr/>
          </a:p>
        </p:txBody>
      </p:sp>
      <p:sp>
        <p:nvSpPr>
          <p:cNvPr id="128517886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6446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‹Nº›</a:t>
            </a:fld>
            <a:endParaRPr/>
          </a:p>
        </p:txBody>
      </p:sp>
      <p:sp>
        <p:nvSpPr>
          <p:cNvPr id="1218564289" name="Rectángulo: esquinas redondeadas 1218564288"/>
          <p:cNvSpPr/>
          <p:nvPr/>
        </p:nvSpPr>
        <p:spPr bwMode="auto">
          <a:xfrm>
            <a:off x="6175246" y="2505073"/>
            <a:ext cx="5178550" cy="3684586"/>
          </a:xfrm>
          <a:prstGeom prst="roundRect">
            <a:avLst>
              <a:gd name="adj" fmla="val 3868"/>
            </a:avLst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1920549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0610" y="1681161"/>
            <a:ext cx="5183187" cy="823911"/>
          </a:xfrm>
        </p:spPr>
        <p:txBody>
          <a:bodyPr vertOverflow="overflow" horzOverflow="overflow" vert="horz" wrap="square" lIns="274318" tIns="274318" rIns="274318" bIns="45720" numCol="1" spcCol="0" rtlCol="0" fromWordArt="0" anchor="ctr" anchorCtr="0" forceAA="0" compatLnSpc="0">
            <a:normAutofit/>
          </a:bodyPr>
          <a:lstStyle>
            <a:lvl1pPr marL="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2pPr>
            <a:lvl3pPr marL="9144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3pPr>
            <a:lvl4pPr marL="13716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4pPr>
            <a:lvl5pPr marL="18288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5pPr>
            <a:lvl6pPr marL="22860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6pPr>
            <a:lvl7pPr marL="27432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7pPr>
            <a:lvl8pPr marL="32004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8pPr>
            <a:lvl9pPr marL="36576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t>Click to edit Master text </a:t>
            </a:r>
          </a:p>
        </p:txBody>
      </p:sp>
      <p:sp>
        <p:nvSpPr>
          <p:cNvPr id="62005421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3"/>
            <a:ext cx="5183187" cy="3684587"/>
          </a:xfrm>
        </p:spPr>
        <p:txBody>
          <a:bodyPr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honeycomb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1276687" name="Title 1"/>
          <p:cNvSpPr>
            <a:spLocks noGrp="1"/>
          </p:cNvSpPr>
          <p:nvPr>
            <p:ph type="title"/>
          </p:nvPr>
        </p:nvSpPr>
        <p:spPr bwMode="auto">
          <a:xfrm>
            <a:off x="838197" y="457200"/>
            <a:ext cx="3932236" cy="16002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5000" lnSpcReduction="1000"/>
          </a:bodyPr>
          <a:lstStyle>
            <a:lvl1pPr>
              <a:defRPr sz="4000"/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>
              <a:defRPr/>
            </a:pPr>
            <a:r>
              <a:t>CLICK TO EDIT MASTER TITLE </a:t>
            </a:r>
          </a:p>
        </p:txBody>
      </p:sp>
      <p:sp>
        <p:nvSpPr>
          <p:cNvPr id="685941891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6" y="457198"/>
            <a:ext cx="6172200" cy="540384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t>Click icon to add picture</a:t>
            </a:r>
          </a:p>
        </p:txBody>
      </p:sp>
      <p:sp>
        <p:nvSpPr>
          <p:cNvPr id="83502923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41248" y="2057400"/>
            <a:ext cx="3932236" cy="3811587"/>
          </a:xfrm>
        </p:spPr>
        <p:txBody>
          <a:bodyPr vertOverflow="overflow" horzOverflow="overflow" vert="horz" wrap="square" lIns="91440" tIns="182880" rIns="91440" bIns="45720" numCol="1" spcCol="0" rtlCol="0" fromWordArt="0" anchor="t" anchorCtr="0" forceAA="0" compatLnSpc="0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102684938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7/2/2026</a:t>
            </a:fld>
            <a:endParaRPr/>
          </a:p>
        </p:txBody>
      </p:sp>
      <p:sp>
        <p:nvSpPr>
          <p:cNvPr id="1416274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13388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honeycomb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1443452" name="Rectángulo 291443451"/>
          <p:cNvSpPr/>
          <p:nvPr/>
        </p:nvSpPr>
        <p:spPr bwMode="auto">
          <a:xfrm>
            <a:off x="10631853" y="3677130"/>
            <a:ext cx="250870" cy="3180870"/>
          </a:xfrm>
          <a:prstGeom prst="rect">
            <a:avLst/>
          </a:prstGeom>
          <a:gradFill>
            <a:gsLst>
              <a:gs pos="0">
                <a:schemeClr val="tx2">
                  <a:lumMod val="75000"/>
                </a:schemeClr>
              </a:gs>
              <a:gs pos="100000">
                <a:schemeClr val="accent1"/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654271" name="Forma libre: forma 15654270"/>
          <p:cNvSpPr/>
          <p:nvPr/>
        </p:nvSpPr>
        <p:spPr bwMode="auto">
          <a:xfrm>
            <a:off x="10503077" y="3774165"/>
            <a:ext cx="1688919" cy="607929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0" y="0"/>
                </a:moveTo>
                <a:cubicBezTo>
                  <a:pt x="0" y="0"/>
                  <a:pt x="43199" y="2355"/>
                  <a:pt x="43199" y="2355"/>
                </a:cubicBezTo>
                <a:cubicBezTo>
                  <a:pt x="43199" y="2355"/>
                  <a:pt x="43200" y="43200"/>
                  <a:pt x="43200" y="43200"/>
                </a:cubicBezTo>
                <a:cubicBezTo>
                  <a:pt x="43200" y="43200"/>
                  <a:pt x="9745" y="42392"/>
                  <a:pt x="9745" y="42392"/>
                </a:cubicBezTo>
                <a:cubicBezTo>
                  <a:pt x="9745" y="42392"/>
                  <a:pt x="0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50000"/>
                </a:schemeClr>
              </a:gs>
              <a:gs pos="100000">
                <a:schemeClr val="accent2">
                  <a:lumMod val="5000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2105709451" name="Forma libre: forma 2105709450"/>
          <p:cNvSpPr/>
          <p:nvPr/>
        </p:nvSpPr>
        <p:spPr bwMode="auto">
          <a:xfrm>
            <a:off x="0" y="3940472"/>
            <a:ext cx="2273962" cy="1691553"/>
          </a:xfrm>
          <a:custGeom>
            <a:avLst/>
            <a:gdLst/>
            <a:ahLst/>
            <a:cxnLst/>
            <a:rect l="0" t="0" r="r" b="b"/>
            <a:pathLst>
              <a:path w="2139670" h="1691554" extrusionOk="0">
                <a:moveTo>
                  <a:pt x="2139670" y="18075"/>
                </a:moveTo>
                <a:cubicBezTo>
                  <a:pt x="2139670" y="18075"/>
                  <a:pt x="1703764" y="1684896"/>
                  <a:pt x="1703764" y="1684896"/>
                </a:cubicBezTo>
                <a:cubicBezTo>
                  <a:pt x="1703764" y="1684896"/>
                  <a:pt x="0" y="1691554"/>
                  <a:pt x="0" y="1691554"/>
                </a:cubicBezTo>
                <a:cubicBezTo>
                  <a:pt x="0" y="1691554"/>
                  <a:pt x="0" y="0"/>
                  <a:pt x="0" y="0"/>
                </a:cubicBezTo>
                <a:cubicBezTo>
                  <a:pt x="0" y="0"/>
                  <a:pt x="2139670" y="18075"/>
                  <a:pt x="2139670" y="18075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  <a:alpha val="80000"/>
                </a:schemeClr>
              </a:gs>
              <a:gs pos="100000">
                <a:schemeClr val="tx2">
                  <a:alpha val="8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</p:sp>
      <p:grpSp>
        <p:nvGrpSpPr>
          <p:cNvPr id="135763795" name="Grupo 135763794"/>
          <p:cNvGrpSpPr/>
          <p:nvPr/>
        </p:nvGrpSpPr>
        <p:grpSpPr bwMode="auto">
          <a:xfrm>
            <a:off x="5798169" y="4112326"/>
            <a:ext cx="4071677" cy="2745671"/>
            <a:chOff x="0" y="0"/>
            <a:chExt cx="4071677" cy="2745671"/>
          </a:xfrm>
        </p:grpSpPr>
        <p:sp>
          <p:nvSpPr>
            <p:cNvPr id="1073244385" name="Diagrama de flujo: proceso 1073244384"/>
            <p:cNvSpPr/>
            <p:nvPr/>
          </p:nvSpPr>
          <p:spPr bwMode="auto">
            <a:xfrm>
              <a:off x="0" y="734703"/>
              <a:ext cx="3422027" cy="192987"/>
            </a:xfrm>
            <a:prstGeom prst="flowChartProcess">
              <a:avLst/>
            </a:prstGeom>
            <a:gradFill>
              <a:gsLst>
                <a:gs pos="0">
                  <a:schemeClr val="bg2">
                    <a:lumMod val="25000"/>
                    <a:alpha val="99999"/>
                  </a:schemeClr>
                </a:gs>
                <a:gs pos="100000">
                  <a:schemeClr val="tx2">
                    <a:lumMod val="75000"/>
                    <a:alpha val="99999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357176036" name="Forma libre: forma 1357176035"/>
            <p:cNvSpPr/>
            <p:nvPr/>
          </p:nvSpPr>
          <p:spPr bwMode="auto">
            <a:xfrm>
              <a:off x="0" y="0"/>
              <a:ext cx="4071677" cy="2745671"/>
            </a:xfrm>
            <a:custGeom>
              <a:avLst/>
              <a:gdLst/>
              <a:ahLst/>
              <a:cxnLst/>
              <a:rect l="0" t="0" r="r" b="b"/>
              <a:pathLst>
                <a:path w="5414530" h="3635960" extrusionOk="0">
                  <a:moveTo>
                    <a:pt x="5366212" y="21480"/>
                  </a:moveTo>
                  <a:cubicBezTo>
                    <a:pt x="5366212" y="21480"/>
                    <a:pt x="5414529" y="3635960"/>
                    <a:pt x="5414529" y="3635960"/>
                  </a:cubicBezTo>
                  <a:cubicBezTo>
                    <a:pt x="5414529" y="3635960"/>
                    <a:pt x="4542191" y="3635960"/>
                    <a:pt x="4542191" y="3635960"/>
                  </a:cubicBezTo>
                  <a:cubicBezTo>
                    <a:pt x="4542191" y="3635960"/>
                    <a:pt x="4548511" y="989054"/>
                    <a:pt x="4548511" y="989054"/>
                  </a:cubicBezTo>
                  <a:cubicBezTo>
                    <a:pt x="4548511" y="989054"/>
                    <a:pt x="69332" y="993857"/>
                    <a:pt x="0" y="974384"/>
                  </a:cubicBezTo>
                  <a:cubicBezTo>
                    <a:pt x="0" y="974384"/>
                    <a:pt x="10531" y="324678"/>
                    <a:pt x="16172" y="0"/>
                  </a:cubicBezTo>
                  <a:cubicBezTo>
                    <a:pt x="16172" y="0"/>
                    <a:pt x="4841012" y="29951"/>
                    <a:pt x="4841012" y="29951"/>
                  </a:cubicBezTo>
                  <a:cubicBezTo>
                    <a:pt x="4841012" y="29951"/>
                    <a:pt x="4841263" y="29689"/>
                    <a:pt x="4841263" y="29689"/>
                  </a:cubicBezTo>
                  <a:cubicBezTo>
                    <a:pt x="4841263" y="29689"/>
                    <a:pt x="5366212" y="21480"/>
                    <a:pt x="5366212" y="21480"/>
                  </a:cubicBezTo>
                  <a:close/>
                </a:path>
              </a:pathLst>
            </a:custGeom>
            <a:gradFill>
              <a:gsLst>
                <a:gs pos="8000">
                  <a:schemeClr val="accent1">
                    <a:lumMod val="50000"/>
                    <a:alpha val="99999"/>
                  </a:schemeClr>
                </a:gs>
                <a:gs pos="54000">
                  <a:schemeClr val="accent1">
                    <a:lumMod val="75000"/>
                    <a:alpha val="99999"/>
                  </a:schemeClr>
                </a:gs>
                <a:gs pos="100000">
                  <a:schemeClr val="accent2">
                    <a:lumMod val="50000"/>
                    <a:alpha val="99999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117525198" name="Forma libre: forma 1117525197"/>
            <p:cNvSpPr/>
            <p:nvPr/>
          </p:nvSpPr>
          <p:spPr bwMode="auto">
            <a:xfrm flipH="1">
              <a:off x="2964827" y="746166"/>
              <a:ext cx="457200" cy="1999503"/>
            </a:xfrm>
            <a:custGeom>
              <a:avLst/>
              <a:gdLst/>
              <a:ahLst/>
              <a:cxnLst/>
              <a:rect l="0" t="0" r="r" b="b"/>
              <a:pathLst>
                <a:path w="43200" h="43200" extrusionOk="0">
                  <a:moveTo>
                    <a:pt x="0" y="0"/>
                  </a:moveTo>
                  <a:lnTo>
                    <a:pt x="42750" y="3973"/>
                  </a:lnTo>
                  <a:lnTo>
                    <a:pt x="43200" y="43200"/>
                  </a:lnTo>
                  <a:lnTo>
                    <a:pt x="0" y="432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0"/>
                    <a:alpha val="99999"/>
                  </a:schemeClr>
                </a:gs>
                <a:gs pos="100000">
                  <a:schemeClr val="tx2">
                    <a:lumMod val="50000"/>
                    <a:alpha val="99999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34900498" name="Forma libre: forma 134900497"/>
          <p:cNvSpPr/>
          <p:nvPr/>
        </p:nvSpPr>
        <p:spPr bwMode="auto">
          <a:xfrm>
            <a:off x="2335629" y="2646448"/>
            <a:ext cx="4304650" cy="3294767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30216" y="43200"/>
                </a:moveTo>
                <a:cubicBezTo>
                  <a:pt x="30216" y="43200"/>
                  <a:pt x="30156" y="17206"/>
                  <a:pt x="30156" y="17206"/>
                </a:cubicBezTo>
                <a:cubicBezTo>
                  <a:pt x="30156" y="17206"/>
                  <a:pt x="425" y="16948"/>
                  <a:pt x="425" y="16948"/>
                </a:cubicBezTo>
                <a:cubicBezTo>
                  <a:pt x="425" y="16948"/>
                  <a:pt x="0" y="0"/>
                  <a:pt x="0" y="0"/>
                </a:cubicBezTo>
                <a:cubicBezTo>
                  <a:pt x="0" y="0"/>
                  <a:pt x="43200" y="348"/>
                  <a:pt x="43200" y="348"/>
                </a:cubicBezTo>
                <a:cubicBezTo>
                  <a:pt x="43200" y="348"/>
                  <a:pt x="39072" y="17262"/>
                  <a:pt x="39072" y="17262"/>
                </a:cubicBezTo>
                <a:cubicBezTo>
                  <a:pt x="39072" y="17262"/>
                  <a:pt x="38108" y="17254"/>
                  <a:pt x="38108" y="17254"/>
                </a:cubicBezTo>
                <a:cubicBezTo>
                  <a:pt x="38108" y="17254"/>
                  <a:pt x="30216" y="43200"/>
                  <a:pt x="30216" y="4320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30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97991062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4160946" name="Forma libre: forma 1024160945"/>
          <p:cNvSpPr/>
          <p:nvPr/>
        </p:nvSpPr>
        <p:spPr bwMode="auto">
          <a:xfrm>
            <a:off x="3412760" y="3452686"/>
            <a:ext cx="1075194" cy="3405309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142" y="0"/>
                </a:moveTo>
                <a:lnTo>
                  <a:pt x="43014" y="12607"/>
                </a:lnTo>
                <a:lnTo>
                  <a:pt x="43200" y="43200"/>
                </a:lnTo>
                <a:lnTo>
                  <a:pt x="0" y="43199"/>
                </a:lnTo>
                <a:lnTo>
                  <a:pt x="142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  <a:alpha val="80000"/>
                </a:schemeClr>
              </a:gs>
              <a:gs pos="100000">
                <a:schemeClr val="tx2">
                  <a:alpha val="8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4534351" name="Forma libre: forma 1774534350"/>
          <p:cNvSpPr/>
          <p:nvPr/>
        </p:nvSpPr>
        <p:spPr bwMode="auto">
          <a:xfrm rot="5399999">
            <a:off x="2894571" y="3346633"/>
            <a:ext cx="1740834" cy="2879230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141" y="0"/>
                </a:moveTo>
                <a:lnTo>
                  <a:pt x="43071" y="7017"/>
                </a:lnTo>
                <a:lnTo>
                  <a:pt x="43200" y="43200"/>
                </a:lnTo>
                <a:lnTo>
                  <a:pt x="0" y="43199"/>
                </a:lnTo>
                <a:lnTo>
                  <a:pt x="141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</a:schemeClr>
              </a:gs>
              <a:gs pos="62000">
                <a:schemeClr val="tx2"/>
              </a:gs>
              <a:gs pos="96000">
                <a:schemeClr val="accent1">
                  <a:lumMod val="75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48408137" name="Forma libre: forma 948408136"/>
          <p:cNvSpPr/>
          <p:nvPr/>
        </p:nvSpPr>
        <p:spPr bwMode="auto">
          <a:xfrm rot="5399999">
            <a:off x="-121687" y="4559670"/>
            <a:ext cx="4186792" cy="409861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0" y="0"/>
                </a:moveTo>
                <a:lnTo>
                  <a:pt x="43170" y="2616"/>
                </a:lnTo>
                <a:lnTo>
                  <a:pt x="43200" y="43200"/>
                </a:lnTo>
                <a:lnTo>
                  <a:pt x="9959" y="4173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4506930" name="Forma libre: forma 544506929"/>
          <p:cNvSpPr/>
          <p:nvPr/>
        </p:nvSpPr>
        <p:spPr bwMode="auto">
          <a:xfrm rot="5399999">
            <a:off x="-1126886" y="3069985"/>
            <a:ext cx="4912250" cy="2658474"/>
          </a:xfrm>
          <a:custGeom>
            <a:avLst/>
            <a:gdLst/>
            <a:ahLst/>
            <a:cxnLst/>
            <a:rect l="0" t="0" r="r" b="b"/>
            <a:pathLst>
              <a:path w="2585358" h="2558143" extrusionOk="0">
                <a:moveTo>
                  <a:pt x="0" y="0"/>
                </a:moveTo>
                <a:cubicBezTo>
                  <a:pt x="0" y="0"/>
                  <a:pt x="2585357" y="0"/>
                  <a:pt x="2585357" y="0"/>
                </a:cubicBezTo>
                <a:cubicBezTo>
                  <a:pt x="2585357" y="0"/>
                  <a:pt x="2585357" y="639536"/>
                  <a:pt x="2585357" y="639536"/>
                </a:cubicBezTo>
                <a:cubicBezTo>
                  <a:pt x="2585357" y="639536"/>
                  <a:pt x="489856" y="639536"/>
                  <a:pt x="489856" y="639536"/>
                </a:cubicBezTo>
                <a:cubicBezTo>
                  <a:pt x="489856" y="639536"/>
                  <a:pt x="489856" y="2558143"/>
                  <a:pt x="489856" y="2558143"/>
                </a:cubicBezTo>
                <a:cubicBezTo>
                  <a:pt x="489856" y="2558143"/>
                  <a:pt x="0" y="2558143"/>
                  <a:pt x="0" y="2558143"/>
                </a:cubicBezTo>
                <a:cubicBezTo>
                  <a:pt x="0" y="2558143"/>
                  <a:pt x="0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4"/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424512244" name="Forma libre: forma 424512243"/>
          <p:cNvSpPr/>
          <p:nvPr/>
        </p:nvSpPr>
        <p:spPr bwMode="auto">
          <a:xfrm rot="1304965">
            <a:off x="5916234" y="2572399"/>
            <a:ext cx="192151" cy="3863821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0" y="0"/>
                </a:moveTo>
                <a:lnTo>
                  <a:pt x="43200" y="2084"/>
                </a:lnTo>
                <a:lnTo>
                  <a:pt x="39483" y="43200"/>
                </a:lnTo>
                <a:lnTo>
                  <a:pt x="1631" y="405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26828600" name="Diagrama de flujo: proceso 1426828599"/>
          <p:cNvSpPr/>
          <p:nvPr/>
        </p:nvSpPr>
        <p:spPr bwMode="auto">
          <a:xfrm>
            <a:off x="0" y="3827751"/>
            <a:ext cx="4547927" cy="133348"/>
          </a:xfrm>
          <a:prstGeom prst="flowChartProcess">
            <a:avLst/>
          </a:prstGeom>
          <a:gradFill>
            <a:gsLst>
              <a:gs pos="0">
                <a:schemeClr val="accent1"/>
              </a:gs>
              <a:gs pos="100000">
                <a:schemeClr val="tx2">
                  <a:lumMod val="75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3771639" name="Forma libre: forma 1973771638"/>
          <p:cNvSpPr/>
          <p:nvPr/>
        </p:nvSpPr>
        <p:spPr bwMode="auto">
          <a:xfrm>
            <a:off x="0" y="2646448"/>
            <a:ext cx="2013248" cy="318998"/>
          </a:xfrm>
          <a:custGeom>
            <a:avLst/>
            <a:gdLst/>
            <a:ahLst/>
            <a:cxnLst/>
            <a:rect l="0" t="0" r="r" b="b"/>
            <a:pathLst>
              <a:path w="1886832" h="869712" extrusionOk="0">
                <a:moveTo>
                  <a:pt x="1886831" y="0"/>
                </a:moveTo>
                <a:cubicBezTo>
                  <a:pt x="1886831" y="0"/>
                  <a:pt x="1886831" y="869711"/>
                  <a:pt x="1886831" y="869711"/>
                </a:cubicBezTo>
                <a:cubicBezTo>
                  <a:pt x="1886831" y="869711"/>
                  <a:pt x="0" y="869711"/>
                  <a:pt x="0" y="869711"/>
                </a:cubicBezTo>
                <a:cubicBezTo>
                  <a:pt x="0" y="869711"/>
                  <a:pt x="0" y="0"/>
                  <a:pt x="0" y="0"/>
                </a:cubicBezTo>
                <a:cubicBezTo>
                  <a:pt x="0" y="0"/>
                  <a:pt x="1886831" y="0"/>
                  <a:pt x="1886831" y="0"/>
                </a:cubicBezTo>
                <a:close/>
              </a:path>
            </a:pathLst>
          </a:custGeom>
          <a:gradFill>
            <a:gsLst>
              <a:gs pos="0">
                <a:schemeClr val="tx2"/>
              </a:gs>
              <a:gs pos="3900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503647920" name="Forma libre: forma 1503647919"/>
          <p:cNvSpPr/>
          <p:nvPr/>
        </p:nvSpPr>
        <p:spPr bwMode="auto">
          <a:xfrm>
            <a:off x="0" y="2888091"/>
            <a:ext cx="5251815" cy="3969907"/>
          </a:xfrm>
          <a:custGeom>
            <a:avLst/>
            <a:gdLst/>
            <a:ahLst/>
            <a:cxnLst/>
            <a:rect l="0" t="0" r="r" b="b"/>
            <a:pathLst>
              <a:path w="5251816" h="3635049" extrusionOk="0">
                <a:moveTo>
                  <a:pt x="5203499" y="20570"/>
                </a:moveTo>
                <a:cubicBezTo>
                  <a:pt x="5203499" y="20570"/>
                  <a:pt x="5251816" y="3635049"/>
                  <a:pt x="5251816" y="3635049"/>
                </a:cubicBezTo>
                <a:cubicBezTo>
                  <a:pt x="5251816" y="3635049"/>
                  <a:pt x="4379478" y="3635049"/>
                  <a:pt x="4379478" y="3635049"/>
                </a:cubicBezTo>
                <a:cubicBezTo>
                  <a:pt x="4379478" y="3635049"/>
                  <a:pt x="4385798" y="988144"/>
                  <a:pt x="4385798" y="988144"/>
                </a:cubicBezTo>
                <a:cubicBezTo>
                  <a:pt x="4385798" y="988144"/>
                  <a:pt x="813535" y="991974"/>
                  <a:pt x="0" y="978925"/>
                </a:cubicBezTo>
                <a:cubicBezTo>
                  <a:pt x="0" y="978925"/>
                  <a:pt x="0" y="0"/>
                  <a:pt x="0" y="0"/>
                </a:cubicBezTo>
                <a:cubicBezTo>
                  <a:pt x="0" y="0"/>
                  <a:pt x="4678299" y="29041"/>
                  <a:pt x="4678299" y="29041"/>
                </a:cubicBezTo>
                <a:cubicBezTo>
                  <a:pt x="4678299" y="29041"/>
                  <a:pt x="4678550" y="28779"/>
                  <a:pt x="4678550" y="28779"/>
                </a:cubicBezTo>
                <a:cubicBezTo>
                  <a:pt x="4678550" y="28779"/>
                  <a:pt x="5203499" y="20570"/>
                  <a:pt x="5203499" y="2057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50000">
                <a:schemeClr val="accent4">
                  <a:lumMod val="75000"/>
                </a:schemeClr>
              </a:gs>
              <a:gs pos="97000">
                <a:schemeClr val="accent2">
                  <a:lumMod val="5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155688149" name="Forma libre: forma 155688148"/>
          <p:cNvSpPr/>
          <p:nvPr/>
        </p:nvSpPr>
        <p:spPr bwMode="auto">
          <a:xfrm>
            <a:off x="5204603" y="2905123"/>
            <a:ext cx="182880" cy="3949520"/>
          </a:xfrm>
          <a:custGeom>
            <a:avLst/>
            <a:gdLst/>
            <a:ahLst/>
            <a:cxnLst/>
            <a:rect l="0" t="0" r="r" b="b"/>
            <a:pathLst>
              <a:path w="43200" h="43200" extrusionOk="0">
                <a:moveTo>
                  <a:pt x="330" y="0"/>
                </a:moveTo>
                <a:lnTo>
                  <a:pt x="42904" y="1794"/>
                </a:lnTo>
                <a:lnTo>
                  <a:pt x="43200" y="43200"/>
                </a:lnTo>
                <a:lnTo>
                  <a:pt x="0" y="43200"/>
                </a:lnTo>
                <a:lnTo>
                  <a:pt x="33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29254823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‹Nº›</a:t>
            </a:fld>
            <a:endParaRPr/>
          </a:p>
        </p:txBody>
      </p:sp>
      <p:sp>
        <p:nvSpPr>
          <p:cNvPr id="192070286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885108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7/2/2026</a:t>
            </a:fld>
            <a:endParaRPr/>
          </a:p>
        </p:txBody>
      </p:sp>
      <p:sp>
        <p:nvSpPr>
          <p:cNvPr id="1142691398" name="Forma libre: forma 1142691397"/>
          <p:cNvSpPr/>
          <p:nvPr/>
        </p:nvSpPr>
        <p:spPr bwMode="auto">
          <a:xfrm>
            <a:off x="10301868" y="3546652"/>
            <a:ext cx="1890130" cy="3311344"/>
          </a:xfrm>
          <a:custGeom>
            <a:avLst/>
            <a:gdLst/>
            <a:ahLst/>
            <a:cxnLst/>
            <a:rect l="0" t="0" r="r" b="b"/>
            <a:pathLst>
              <a:path w="1890132" h="3311346" extrusionOk="0">
                <a:moveTo>
                  <a:pt x="367966" y="484936"/>
                </a:moveTo>
                <a:cubicBezTo>
                  <a:pt x="367966" y="484936"/>
                  <a:pt x="367966" y="3311346"/>
                  <a:pt x="367966" y="3311346"/>
                </a:cubicBezTo>
                <a:cubicBezTo>
                  <a:pt x="367966" y="3311346"/>
                  <a:pt x="0" y="3311346"/>
                  <a:pt x="0" y="3311346"/>
                </a:cubicBezTo>
                <a:cubicBezTo>
                  <a:pt x="0" y="3311346"/>
                  <a:pt x="0" y="0"/>
                  <a:pt x="0" y="0"/>
                </a:cubicBezTo>
                <a:cubicBezTo>
                  <a:pt x="0" y="0"/>
                  <a:pt x="1890132" y="0"/>
                  <a:pt x="1890132" y="0"/>
                </a:cubicBezTo>
                <a:cubicBezTo>
                  <a:pt x="1890132" y="0"/>
                  <a:pt x="1890132" y="484936"/>
                  <a:pt x="1890132" y="484936"/>
                </a:cubicBezTo>
                <a:cubicBezTo>
                  <a:pt x="1890132" y="484936"/>
                  <a:pt x="367966" y="484936"/>
                  <a:pt x="367966" y="484936"/>
                </a:cubicBezTo>
                <a:close/>
              </a:path>
            </a:pathLst>
          </a:custGeom>
          <a:gradFill>
            <a:gsLst>
              <a:gs pos="50000">
                <a:schemeClr val="tx2">
                  <a:lumMod val="50000"/>
                </a:schemeClr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3568478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honeycomb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039307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7/2/2026</a:t>
            </a:fld>
            <a:endParaRPr/>
          </a:p>
        </p:txBody>
      </p:sp>
      <p:sp>
        <p:nvSpPr>
          <p:cNvPr id="64994739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399560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honeycomb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0286680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882566160" name="Content Placeholder 2"/>
          <p:cNvSpPr>
            <a:spLocks noGrp="1"/>
          </p:cNvSpPr>
          <p:nvPr>
            <p:ph idx="1"/>
          </p:nvPr>
        </p:nvSpPr>
        <p:spPr bwMode="auto">
          <a:xfrm>
            <a:off x="5183187" y="987424"/>
            <a:ext cx="6172200" cy="48736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177791551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400"/>
            <a:ext cx="3932236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t>Click to edit Master text styles</a:t>
            </a:r>
          </a:p>
        </p:txBody>
      </p:sp>
      <p:sp>
        <p:nvSpPr>
          <p:cNvPr id="63751485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7/2/2026</a:t>
            </a:fld>
            <a:endParaRPr/>
          </a:p>
        </p:txBody>
      </p:sp>
      <p:sp>
        <p:nvSpPr>
          <p:cNvPr id="180445470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814726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honeycomb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109850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623454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38363810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7/2/2026</a:t>
            </a:fld>
            <a:endParaRPr/>
          </a:p>
        </p:txBody>
      </p:sp>
      <p:sp>
        <p:nvSpPr>
          <p:cNvPr id="209069058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9354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honeycomb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022198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4"/>
            <a:ext cx="2628900" cy="5811837"/>
          </a:xfrm>
        </p:spPr>
        <p:txBody>
          <a:bodyPr vert="eaVert"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23609019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9" y="365124"/>
            <a:ext cx="7734299" cy="5811837"/>
          </a:xfrm>
        </p:spPr>
        <p:txBody>
          <a:bodyPr vert="eaVert"/>
          <a:lstStyle/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9412253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7/2/2026</a:t>
            </a:fld>
            <a:endParaRPr/>
          </a:p>
        </p:txBody>
      </p:sp>
      <p:sp>
        <p:nvSpPr>
          <p:cNvPr id="163087426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2997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honeycomb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A0B371-3A9A-7A7B-B9D7-CDF90C0BD3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C1BA7EB-752B-BBF6-2923-0DD7F8219B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7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E3804C-97DE-FC1B-C84E-83D2435BE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BC47FA-C112-C52C-C456-7031C3446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D6E42A-9217-A1E5-79D7-910B192FF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60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honeycomb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E29669-776C-A930-CD7B-F4252A012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A8D465-CEE1-24AD-CD23-E3327B1DD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752773-7296-DDAC-A043-8E004BD23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708B34-3A2A-8EE1-BB30-F63EBA9CC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11B59C-271D-9DE6-D5B5-0B2FE1735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557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honeycomb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861DC2-F146-ACC4-CA7C-210077A89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760DB8-036E-7CD4-D3AE-75F8C73CB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23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4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6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1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33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5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78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E1C3B2-5B2F-50EA-28A6-019A17135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DBF9A8-F18D-97BD-156C-FD804B461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6B9739-E8E3-4FDD-D7DE-8DA1B536D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055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honeycomb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779A1-3990-43C5-AF90-AEF37DA83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CA9844-404D-35B7-497F-0666D52C14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6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1DFAD1-6158-D29D-1D59-0DB448D78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6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AEAC385-B1C4-81BD-2C78-6990F1566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DC87AB1-7C32-EA61-BA46-67C80BC32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BCC3713-4FF2-4CDB-5722-FE90A5828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246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honeycomb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07D74-AF64-D2E7-961E-BA24C97B1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61D2FC-75E9-69DA-492C-05666855B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9" indent="0">
              <a:buNone/>
              <a:defRPr sz="1600" b="1"/>
            </a:lvl4pPr>
            <a:lvl5pPr marL="1828891" indent="0">
              <a:buNone/>
              <a:defRPr sz="1600" b="1"/>
            </a:lvl5pPr>
            <a:lvl6pPr marL="2286114" indent="0">
              <a:buNone/>
              <a:defRPr sz="1600" b="1"/>
            </a:lvl6pPr>
            <a:lvl7pPr marL="2743337" indent="0">
              <a:buNone/>
              <a:defRPr sz="1600" b="1"/>
            </a:lvl7pPr>
            <a:lvl8pPr marL="3200560" indent="0">
              <a:buNone/>
              <a:defRPr sz="1600" b="1"/>
            </a:lvl8pPr>
            <a:lvl9pPr marL="3657783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37C63E6-FB91-00DC-8E69-8E908A106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1F6A8AB-64AE-48F6-5B25-9DBDF7C3F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9" indent="0">
              <a:buNone/>
              <a:defRPr sz="1600" b="1"/>
            </a:lvl4pPr>
            <a:lvl5pPr marL="1828891" indent="0">
              <a:buNone/>
              <a:defRPr sz="1600" b="1"/>
            </a:lvl5pPr>
            <a:lvl6pPr marL="2286114" indent="0">
              <a:buNone/>
              <a:defRPr sz="1600" b="1"/>
            </a:lvl6pPr>
            <a:lvl7pPr marL="2743337" indent="0">
              <a:buNone/>
              <a:defRPr sz="1600" b="1"/>
            </a:lvl7pPr>
            <a:lvl8pPr marL="3200560" indent="0">
              <a:buNone/>
              <a:defRPr sz="1600" b="1"/>
            </a:lvl8pPr>
            <a:lvl9pPr marL="3657783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B5E64A8-B079-BBEA-3E64-2A903A1481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0FCBDAB-B92E-D633-D1C6-F4FD42397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30A3F10-E611-65AE-F47A-87EE8B94C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0DD1629-5EAA-5BC4-E265-A4C5F47D8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052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honeycomb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6B0F25-6D16-DB10-F4DD-E721D63A3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39A13B3-0CB4-B2F1-157D-6BD1D4B50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53BFD8A-A5B3-9693-C368-1318251A5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B2BA9B4-5C7A-2022-E44A-832D4B8C3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5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honeycomb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07A2949-0154-101C-5DF8-994678C09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30A1E48-798E-D9A8-5044-3888EC289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3DB204-C70C-945D-420A-409CE8029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01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honeycomb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3C68E3-B2C2-896F-E2AE-5C1DEEF07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FF1A3D-B053-F98E-D85B-1F3C4D91E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EE02A94-2302-F3CF-B37E-3A8D7FCF2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23" indent="0">
              <a:buNone/>
              <a:defRPr sz="1400"/>
            </a:lvl2pPr>
            <a:lvl3pPr marL="914446" indent="0">
              <a:buNone/>
              <a:defRPr sz="1200"/>
            </a:lvl3pPr>
            <a:lvl4pPr marL="1371669" indent="0">
              <a:buNone/>
              <a:defRPr sz="1000"/>
            </a:lvl4pPr>
            <a:lvl5pPr marL="1828891" indent="0">
              <a:buNone/>
              <a:defRPr sz="1000"/>
            </a:lvl5pPr>
            <a:lvl6pPr marL="2286114" indent="0">
              <a:buNone/>
              <a:defRPr sz="1000"/>
            </a:lvl6pPr>
            <a:lvl7pPr marL="2743337" indent="0">
              <a:buNone/>
              <a:defRPr sz="1000"/>
            </a:lvl7pPr>
            <a:lvl8pPr marL="3200560" indent="0">
              <a:buNone/>
              <a:defRPr sz="1000"/>
            </a:lvl8pPr>
            <a:lvl9pPr marL="365778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6DEA817-AD20-9954-40B2-4C3DFE752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4F8FABE-DDFB-BDD7-BEAF-2B3EFBBE3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92E07BD-A9C2-AC2E-5DC1-83BF9FE32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31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honeycomb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C23911-465F-C2C8-EAA9-AE1C0FA20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1F7ECA7-4DBD-8C24-E9AC-64E26BB513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A95C2E2-7875-FF71-1FE2-655F65FDD7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23" indent="0">
              <a:buNone/>
              <a:defRPr sz="1400"/>
            </a:lvl2pPr>
            <a:lvl3pPr marL="914446" indent="0">
              <a:buNone/>
              <a:defRPr sz="1200"/>
            </a:lvl3pPr>
            <a:lvl4pPr marL="1371669" indent="0">
              <a:buNone/>
              <a:defRPr sz="1000"/>
            </a:lvl4pPr>
            <a:lvl5pPr marL="1828891" indent="0">
              <a:buNone/>
              <a:defRPr sz="1000"/>
            </a:lvl5pPr>
            <a:lvl6pPr marL="2286114" indent="0">
              <a:buNone/>
              <a:defRPr sz="1000"/>
            </a:lvl6pPr>
            <a:lvl7pPr marL="2743337" indent="0">
              <a:buNone/>
              <a:defRPr sz="1000"/>
            </a:lvl7pPr>
            <a:lvl8pPr marL="3200560" indent="0">
              <a:buNone/>
              <a:defRPr sz="1000"/>
            </a:lvl8pPr>
            <a:lvl9pPr marL="365778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67887F-F823-E422-01C4-48139DA24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1688948-6A15-1C25-375D-B771A7DC9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43DB6B9-4156-BCB5-4281-CFB3F2C63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066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honeycomb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D2B8B8-1FC9-3866-B67A-16535C9AF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21336FD-A3D9-1774-96B9-2FB25449A4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FDC1BA-CAD4-0A0E-E8DA-3AEA90F06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583005-1E6A-FF33-C513-4DFD47C62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08EA1B-36A7-F0B6-BAFC-A867D73E1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233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honeycomb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2382483-B0A4-B677-C43F-A07941B73B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6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844E1D8-B4B7-CA46-DB05-B3B600B92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6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6C0482-CB86-A90C-7743-CB75762DB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8880FD-0D40-53AE-D197-5E3152D2F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F70374-CA47-20C0-9480-EE7DCEF7C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767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honeycomb/>
      </p:transition>
    </mc:Choice>
    <mc:Fallback xmlns="">
      <p:transition spd="slow">
        <p:fade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0"/>
              </a:schemeClr>
            </a:gs>
            <a:gs pos="100000">
              <a:schemeClr val="tx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0243987" name="Title Placeholder 1"/>
          <p:cNvSpPr>
            <a:spLocks noGrp="1"/>
          </p:cNvSpPr>
          <p:nvPr>
            <p:ph type="title"/>
          </p:nvPr>
        </p:nvSpPr>
        <p:spPr bwMode="auto">
          <a:xfrm>
            <a:off x="841248" y="365760"/>
            <a:ext cx="10515600" cy="1325562"/>
          </a:xfrm>
          <a:prstGeom prst="rect">
            <a:avLst/>
          </a:prstGeom>
        </p:spPr>
        <p:txBody>
          <a:bodyPr vertOverflow="overflow" horzOverflow="overflow" vert="horz" wrap="square" lIns="274318" tIns="45720" rIns="274318" bIns="45720" numCol="1" spcCol="0" rtlCol="0" fromWordArt="0" anchor="ctr" anchorCtr="0" forceAA="0" compatLnSpc="0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  <a:lvl2pPr>
              <a:defRPr sz="4000">
                <a:solidFill>
                  <a:schemeClr val="bg1"/>
                </a:solidFill>
              </a:defRPr>
            </a:lvl2pPr>
            <a:lvl3pPr>
              <a:defRPr sz="4000">
                <a:solidFill>
                  <a:schemeClr val="bg1"/>
                </a:solidFill>
              </a:defRPr>
            </a:lvl3pPr>
            <a:lvl4pPr>
              <a:defRPr sz="4000">
                <a:solidFill>
                  <a:schemeClr val="bg1"/>
                </a:solidFill>
              </a:defRPr>
            </a:lvl4pPr>
            <a:lvl5pPr>
              <a:defRPr sz="4000">
                <a:solidFill>
                  <a:schemeClr val="bg1"/>
                </a:solidFill>
              </a:defRPr>
            </a:lvl5pPr>
            <a:lvl6pPr>
              <a:defRPr sz="4000">
                <a:solidFill>
                  <a:schemeClr val="bg1"/>
                </a:solidFill>
              </a:defRPr>
            </a:lvl6pPr>
            <a:lvl7pPr>
              <a:defRPr sz="4000">
                <a:solidFill>
                  <a:schemeClr val="bg1"/>
                </a:solidFill>
              </a:defRPr>
            </a:lvl7pPr>
            <a:lvl8pPr>
              <a:defRPr sz="4000">
                <a:solidFill>
                  <a:schemeClr val="bg1"/>
                </a:solidFill>
              </a:defRPr>
            </a:lvl8pPr>
            <a:lvl9pPr>
              <a:defRPr sz="4000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31062125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41248" y="1828800"/>
            <a:ext cx="10515600" cy="4351338"/>
          </a:xfrm>
          <a:prstGeom prst="rect">
            <a:avLst/>
          </a:prstGeom>
        </p:spPr>
        <p:txBody>
          <a:bodyPr vertOverflow="overflow" horzOverflow="overflow" vert="horz" wrap="square" lIns="274318" tIns="274318" rIns="274318" bIns="45720" numCol="1" spcCol="0" rtlCol="0" fromWordArt="0" anchor="t" anchorCtr="0" forceAA="0" compatLnSpc="0">
            <a:norm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bg1"/>
                </a:solidFill>
              </a:defRPr>
            </a:lvl2pPr>
            <a:lvl3pPr>
              <a:defRPr b="1">
                <a:solidFill>
                  <a:schemeClr val="bg1"/>
                </a:solidFill>
              </a:defRPr>
            </a:lvl3pPr>
            <a:lvl4pPr>
              <a:defRPr b="1">
                <a:solidFill>
                  <a:schemeClr val="bg1"/>
                </a:solidFill>
              </a:defRPr>
            </a:lvl4pPr>
            <a:lvl5pPr>
              <a:defRPr b="1">
                <a:solidFill>
                  <a:schemeClr val="bg1"/>
                </a:solidFill>
              </a:defRPr>
            </a:lvl5pPr>
            <a:lvl6pPr>
              <a:defRPr b="1">
                <a:solidFill>
                  <a:schemeClr val="bg1"/>
                </a:solidFill>
              </a:defRPr>
            </a:lvl6pPr>
            <a:lvl7pPr>
              <a:defRPr b="1">
                <a:solidFill>
                  <a:schemeClr val="bg1"/>
                </a:solidFill>
              </a:defRPr>
            </a:lvl7pPr>
            <a:lvl8pPr>
              <a:defRPr b="1">
                <a:solidFill>
                  <a:schemeClr val="bg1"/>
                </a:solidFill>
              </a:defRPr>
            </a:lvl8pPr>
            <a:lvl9pPr>
              <a:defRPr b="1"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99029604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7/2/2026</a:t>
            </a:fld>
            <a:endParaRPr/>
          </a:p>
        </p:txBody>
      </p:sp>
      <p:sp>
        <p:nvSpPr>
          <p:cNvPr id="43837163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9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9973536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slow" p14:dur="1200">
        <p14:honeycomb/>
      </p:transition>
    </mc:Choice>
    <mc:Fallback xmlns="">
      <p:transition spd="slow">
        <p:fade/>
      </p:transition>
    </mc:Fallback>
  </mc:AlternateConten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999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599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F4E92A8-AAF8-96AA-66BB-2253F1216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452E6C0-BC28-68AA-33C6-22FF745BF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2D15D3-AFE5-D417-803E-1151D60D53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1311F1-8269-CD6A-72B0-4BB9EAFDB6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8B3612-629A-DDBA-0166-D53D947DDA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818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mc:AlternateContent xmlns:mc="http://schemas.openxmlformats.org/markup-compatibility/2006" xmlns:p14="http://schemas.microsoft.com/office/powerpoint/2010/main">
    <mc:Choice Requires="p14">
      <p:transition spd="slow" p14:dur="1200">
        <p14:honeycomb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91444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A8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1445" y="5101787"/>
            <a:ext cx="2422478" cy="3165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935866" y="2421167"/>
            <a:ext cx="9081890" cy="1073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32984" y="-7771683"/>
            <a:ext cx="2400017" cy="950719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/>
          <p:nvPr/>
        </p:nvSpPr>
        <p:spPr>
          <a:xfrm>
            <a:off x="8693080" y="-700936"/>
            <a:ext cx="5626241" cy="4020205"/>
          </a:xfrm>
          <a:custGeom>
            <a:avLst/>
            <a:gdLst/>
            <a:ahLst/>
            <a:cxnLst/>
            <a:rect l="l" t="t" r="r" b="b"/>
            <a:pathLst>
              <a:path w="8439362" h="6030308" extrusionOk="0">
                <a:moveTo>
                  <a:pt x="0" y="0"/>
                </a:moveTo>
                <a:lnTo>
                  <a:pt x="8439362" y="0"/>
                </a:lnTo>
                <a:lnTo>
                  <a:pt x="8439362" y="6030308"/>
                </a:lnTo>
                <a:lnTo>
                  <a:pt x="0" y="60303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88" name="Google Shape;88;p13"/>
          <p:cNvSpPr/>
          <p:nvPr/>
        </p:nvSpPr>
        <p:spPr>
          <a:xfrm rot="10800000" flipH="1">
            <a:off x="-2202291" y="5101782"/>
            <a:ext cx="5626241" cy="4020205"/>
          </a:xfrm>
          <a:custGeom>
            <a:avLst/>
            <a:gdLst/>
            <a:ahLst/>
            <a:cxnLst/>
            <a:rect l="l" t="t" r="r" b="b"/>
            <a:pathLst>
              <a:path w="8439362" h="6030308" extrusionOk="0">
                <a:moveTo>
                  <a:pt x="8439361" y="0"/>
                </a:moveTo>
                <a:lnTo>
                  <a:pt x="0" y="0"/>
                </a:lnTo>
                <a:lnTo>
                  <a:pt x="0" y="6030307"/>
                </a:lnTo>
                <a:lnTo>
                  <a:pt x="8439361" y="6030307"/>
                </a:lnTo>
                <a:lnTo>
                  <a:pt x="8439361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89" name="Google Shape;89;p13"/>
          <p:cNvSpPr/>
          <p:nvPr/>
        </p:nvSpPr>
        <p:spPr>
          <a:xfrm>
            <a:off x="8768051" y="5101783"/>
            <a:ext cx="5447082" cy="5397563"/>
          </a:xfrm>
          <a:custGeom>
            <a:avLst/>
            <a:gdLst/>
            <a:ahLst/>
            <a:cxnLst/>
            <a:rect l="l" t="t" r="r" b="b"/>
            <a:pathLst>
              <a:path w="8170623" h="8096345" extrusionOk="0">
                <a:moveTo>
                  <a:pt x="0" y="0"/>
                </a:moveTo>
                <a:lnTo>
                  <a:pt x="8170623" y="0"/>
                </a:lnTo>
                <a:lnTo>
                  <a:pt x="8170623" y="8096344"/>
                </a:lnTo>
                <a:lnTo>
                  <a:pt x="0" y="8096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90" name="Google Shape;90;p13"/>
          <p:cNvSpPr/>
          <p:nvPr/>
        </p:nvSpPr>
        <p:spPr>
          <a:xfrm>
            <a:off x="-2023132" y="-3641296"/>
            <a:ext cx="5447082" cy="5397563"/>
          </a:xfrm>
          <a:custGeom>
            <a:avLst/>
            <a:gdLst/>
            <a:ahLst/>
            <a:cxnLst/>
            <a:rect l="l" t="t" r="r" b="b"/>
            <a:pathLst>
              <a:path w="8170623" h="8096345" extrusionOk="0">
                <a:moveTo>
                  <a:pt x="0" y="0"/>
                </a:moveTo>
                <a:lnTo>
                  <a:pt x="8170623" y="0"/>
                </a:lnTo>
                <a:lnTo>
                  <a:pt x="8170623" y="8096344"/>
                </a:lnTo>
                <a:lnTo>
                  <a:pt x="0" y="8096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1572849" y="1768211"/>
            <a:ext cx="9046400" cy="3452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609630"/>
            <a:endParaRPr lang="es-MX" sz="1200" kern="1200" noProof="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09630"/>
            <a:r>
              <a:rPr lang="es-MX" sz="7079" kern="1200" noProof="0" dirty="0">
                <a:solidFill>
                  <a:srgbClr val="FFCA04"/>
                </a:solidFill>
                <a:latin typeface="Bahnschrift SemiBold" panose="020B0502040204020203" pitchFamily="34" charset="0"/>
                <a:ea typeface="Paytone One"/>
                <a:cs typeface="Paytone One"/>
                <a:sym typeface="Paytone One"/>
              </a:rPr>
              <a:t>HERRAMIENTAS DE TRABAJO Y PRIMER “HOLA MUNDO!”</a:t>
            </a:r>
          </a:p>
        </p:txBody>
      </p:sp>
      <p:sp>
        <p:nvSpPr>
          <p:cNvPr id="92" name="Google Shape;92;p13"/>
          <p:cNvSpPr txBox="1"/>
          <p:nvPr/>
        </p:nvSpPr>
        <p:spPr>
          <a:xfrm>
            <a:off x="2855078" y="1532283"/>
            <a:ext cx="6406874" cy="55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1" algn="ctr" defTabSz="609630">
              <a:lnSpc>
                <a:spcPct val="155015"/>
              </a:lnSpc>
            </a:pPr>
            <a:r>
              <a:rPr lang="es-MX" sz="2333" kern="1200" noProof="0" dirty="0">
                <a:solidFill>
                  <a:srgbClr val="FFD7F3"/>
                </a:solidFill>
                <a:latin typeface="Bahnschrift SemiBold" panose="020B0502040204020203" pitchFamily="34" charset="0"/>
                <a:sym typeface="Lato"/>
              </a:rPr>
              <a:t>Clase 2</a:t>
            </a:r>
            <a:endParaRPr lang="es-MX" sz="1200" kern="1200" noProof="0" dirty="0">
              <a:solidFill>
                <a:prstClr val="black"/>
              </a:solidFill>
              <a:latin typeface="Bahnschrift SemiBold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honeycomb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8643788" y="4253391"/>
            <a:ext cx="3687009" cy="2949607"/>
          </a:xfrm>
          <a:custGeom>
            <a:avLst/>
            <a:gdLst/>
            <a:ahLst/>
            <a:cxnLst/>
            <a:rect l="l" t="t" r="r" b="b"/>
            <a:pathLst>
              <a:path w="5530513" h="4424410" extrusionOk="0">
                <a:moveTo>
                  <a:pt x="0" y="0"/>
                </a:moveTo>
                <a:lnTo>
                  <a:pt x="5530513" y="0"/>
                </a:lnTo>
                <a:lnTo>
                  <a:pt x="5530513" y="4424410"/>
                </a:lnTo>
                <a:lnTo>
                  <a:pt x="0" y="44244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3798801" y="1587268"/>
            <a:ext cx="4410249" cy="880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s-MX" sz="2200" b="1" noProof="0" dirty="0">
                <a:solidFill>
                  <a:srgbClr val="7797ED"/>
                </a:solidFill>
                <a:latin typeface="Bahnschrift SemiBold" panose="020B0502040204020203" pitchFamily="34" charset="0"/>
                <a:ea typeface="Paytone One"/>
                <a:cs typeface="Paytone One"/>
                <a:sym typeface="Paytone One"/>
              </a:rPr>
              <a:t>RECORDEMOS UN POCO LA CLASE ANTERIOR</a:t>
            </a:r>
          </a:p>
        </p:txBody>
      </p:sp>
      <p:sp>
        <p:nvSpPr>
          <p:cNvPr id="104" name="Google Shape;104;p14"/>
          <p:cNvSpPr txBox="1"/>
          <p:nvPr/>
        </p:nvSpPr>
        <p:spPr>
          <a:xfrm>
            <a:off x="337858" y="646234"/>
            <a:ext cx="11516286" cy="91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19000"/>
              </a:lnSpc>
            </a:pPr>
            <a:r>
              <a:rPr lang="es-MX" sz="5000" noProof="0" dirty="0">
                <a:solidFill>
                  <a:srgbClr val="FFCA04"/>
                </a:solidFill>
                <a:latin typeface="Bahnschrift SemiBold" panose="020B0502040204020203" pitchFamily="34" charset="0"/>
                <a:ea typeface="Paytone One"/>
                <a:cs typeface="Paytone One"/>
                <a:sym typeface="Paytone One"/>
              </a:rPr>
              <a:t>PERO ANTES</a:t>
            </a:r>
            <a:endParaRPr lang="es-MX" sz="1200" noProof="0" dirty="0">
              <a:latin typeface="Bahnschrift SemiBold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honeycomb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/>
          <p:nvPr/>
        </p:nvSpPr>
        <p:spPr>
          <a:xfrm rot="-5400000">
            <a:off x="1126806" y="2175657"/>
            <a:ext cx="2823104" cy="2823104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42875" cap="sq" cmpd="sng">
            <a:solidFill>
              <a:srgbClr val="FA0113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endParaRPr lang="es-MX" sz="1200" noProof="0" dirty="0"/>
          </a:p>
        </p:txBody>
      </p:sp>
      <p:pic>
        <p:nvPicPr>
          <p:cNvPr id="132" name="Google Shape;132;p17"/>
          <p:cNvPicPr preferRelativeResize="0"/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22" r="19822"/>
          <a:stretch/>
        </p:blipFill>
        <p:spPr>
          <a:xfrm>
            <a:off x="1244749" y="2293550"/>
            <a:ext cx="2587400" cy="25874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33" name="Google Shape;133;p17"/>
          <p:cNvGrpSpPr/>
          <p:nvPr/>
        </p:nvGrpSpPr>
        <p:grpSpPr>
          <a:xfrm rot="-5400000">
            <a:off x="8436193" y="2175636"/>
            <a:ext cx="2823125" cy="2823125"/>
            <a:chOff x="0" y="0"/>
            <a:chExt cx="812800" cy="812800"/>
          </a:xfrm>
        </p:grpSpPr>
        <p:sp>
          <p:nvSpPr>
            <p:cNvPr id="134" name="Google Shape;134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42875" cap="sq" cmpd="sng">
              <a:solidFill>
                <a:srgbClr val="FA0113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lang="es-MX" sz="1200" noProof="0" dirty="0"/>
            </a:p>
          </p:txBody>
        </p:sp>
        <p:sp>
          <p:nvSpPr>
            <p:cNvPr id="135" name="Google Shape;135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71055"/>
                </a:lnSpc>
              </a:pPr>
              <a:endParaRPr lang="es-MX" sz="12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6" name="Google Shape;136;p17"/>
          <p:cNvPicPr preferRelativeResize="0"/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16" r="22016"/>
          <a:stretch/>
        </p:blipFill>
        <p:spPr>
          <a:xfrm>
            <a:off x="8554099" y="2293559"/>
            <a:ext cx="2587200" cy="2587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565079" y="456727"/>
            <a:ext cx="10962525" cy="106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19000"/>
              </a:lnSpc>
            </a:pPr>
            <a:r>
              <a:rPr lang="es-MX" sz="5800" noProof="0" dirty="0">
                <a:solidFill>
                  <a:srgbClr val="FFCA04"/>
                </a:solidFill>
                <a:latin typeface="Bahnschrift SemiBold" panose="020B0502040204020203" pitchFamily="34" charset="0"/>
                <a:ea typeface="Paytone One"/>
                <a:cs typeface="Paytone One"/>
                <a:sym typeface="Paytone One"/>
              </a:rPr>
              <a:t>Herramientas de Desarrollo web</a:t>
            </a:r>
            <a:endParaRPr lang="es-MX" sz="1200" noProof="0" dirty="0">
              <a:latin typeface="Bahnschrift SemiBold" panose="020B0502040204020203" pitchFamily="34" charset="0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1048901" y="5233713"/>
            <a:ext cx="29790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1" algn="ctr">
              <a:lnSpc>
                <a:spcPct val="120000"/>
              </a:lnSpc>
            </a:pPr>
            <a:r>
              <a:rPr lang="es-MX" sz="2800" b="1" noProof="0" dirty="0">
                <a:solidFill>
                  <a:srgbClr val="FFFFFF"/>
                </a:solidFill>
                <a:latin typeface="Bahnschrift SemiBold" panose="020B0502040204020203" pitchFamily="34" charset="0"/>
                <a:sym typeface="Lato"/>
              </a:rPr>
              <a:t>NAVEGADOR</a:t>
            </a:r>
            <a:endParaRPr lang="es-MX" sz="2400" b="1" noProof="0" dirty="0">
              <a:latin typeface="Bahnschrift SemiBold" panose="020B0502040204020203" pitchFamily="34" charset="0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7635468" y="5263429"/>
            <a:ext cx="425915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1" algn="ctr">
              <a:lnSpc>
                <a:spcPct val="120000"/>
              </a:lnSpc>
            </a:pPr>
            <a:r>
              <a:rPr lang="es-MX" sz="2800" b="1" noProof="0" dirty="0">
                <a:solidFill>
                  <a:srgbClr val="FFFFFF"/>
                </a:solidFill>
                <a:latin typeface="Bahnschrift SemiBold" panose="020B0502040204020203" pitchFamily="34" charset="0"/>
                <a:ea typeface="Lato"/>
                <a:cs typeface="Lato"/>
                <a:sym typeface="Lato"/>
              </a:rPr>
              <a:t>EDITOR DE CÓDIGO</a:t>
            </a:r>
            <a:endParaRPr lang="es-MX" sz="2800" b="1" noProof="0" dirty="0">
              <a:latin typeface="Bahnschrift SemiBold" panose="020B0502040204020203" pitchFamily="34" charset="0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4560028" y="2696402"/>
            <a:ext cx="3266046" cy="178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1" algn="ctr">
              <a:lnSpc>
                <a:spcPct val="155000"/>
              </a:lnSpc>
            </a:pPr>
            <a:r>
              <a:rPr lang="es-MX" sz="1867" b="1" noProof="0" dirty="0">
                <a:solidFill>
                  <a:srgbClr val="FFFFFF"/>
                </a:solidFill>
                <a:latin typeface="Bahnschrift SemiBold" panose="020B0502040204020203" pitchFamily="34" charset="0"/>
                <a:ea typeface="Lato"/>
                <a:cs typeface="Lato"/>
                <a:sym typeface="Lato"/>
              </a:rPr>
              <a:t>Empezar a desarrollar en web es muy similar a empezar a jugar futbol, se necesita muy poco.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honeycomb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7"/>
          <p:cNvSpPr/>
          <p:nvPr/>
        </p:nvSpPr>
        <p:spPr>
          <a:xfrm>
            <a:off x="9551268" y="1061600"/>
            <a:ext cx="5494845" cy="4459508"/>
          </a:xfrm>
          <a:custGeom>
            <a:avLst/>
            <a:gdLst/>
            <a:ahLst/>
            <a:cxnLst/>
            <a:rect l="l" t="t" r="r" b="b"/>
            <a:pathLst>
              <a:path w="8242267" h="6689262" extrusionOk="0">
                <a:moveTo>
                  <a:pt x="0" y="0"/>
                </a:moveTo>
                <a:lnTo>
                  <a:pt x="8242267" y="0"/>
                </a:lnTo>
                <a:lnTo>
                  <a:pt x="8242267" y="6689262"/>
                </a:lnTo>
                <a:lnTo>
                  <a:pt x="0" y="668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3214"/>
            </a:stretch>
          </a:blipFill>
          <a:ln>
            <a:noFill/>
          </a:ln>
        </p:spPr>
        <p:txBody>
          <a:bodyPr/>
          <a:lstStyle/>
          <a:p>
            <a:endParaRPr lang="es-MX" noProof="0" dirty="0"/>
          </a:p>
        </p:txBody>
      </p:sp>
      <p:pic>
        <p:nvPicPr>
          <p:cNvPr id="341" name="Google Shape;341;p27"/>
          <p:cNvPicPr preferRelativeResize="0"/>
          <p:nvPr/>
        </p:nvPicPr>
        <p:blipFill>
          <a:blip r:embed="rId4">
            <a:alphaModFix amt="4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00" b="25000"/>
          <a:stretch/>
        </p:blipFill>
        <p:spPr>
          <a:xfrm>
            <a:off x="0" y="3429000"/>
            <a:ext cx="121920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7"/>
          <p:cNvSpPr txBox="1"/>
          <p:nvPr/>
        </p:nvSpPr>
        <p:spPr>
          <a:xfrm>
            <a:off x="545073" y="498307"/>
            <a:ext cx="9801194" cy="659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9006"/>
              </a:lnSpc>
            </a:pPr>
            <a:r>
              <a:rPr lang="es-MX" sz="3600" noProof="0" dirty="0">
                <a:solidFill>
                  <a:srgbClr val="FFCA04"/>
                </a:solidFill>
                <a:latin typeface="Bahnschrift SemiBold" panose="020B0502040204020203" pitchFamily="34" charset="0"/>
                <a:ea typeface="Paytone One"/>
                <a:cs typeface="Paytone One"/>
                <a:sym typeface="Paytone One"/>
              </a:rPr>
              <a:t>EDITOR DE CÓDIGO RECOMENDADO</a:t>
            </a:r>
            <a:endParaRPr lang="es-MX" sz="600" noProof="0" dirty="0">
              <a:latin typeface="Bahnschrift SemiBold" panose="020B0502040204020203" pitchFamily="34" charset="0"/>
            </a:endParaRPr>
          </a:p>
        </p:txBody>
      </p:sp>
      <p:sp>
        <p:nvSpPr>
          <p:cNvPr id="343" name="Google Shape;343;p27"/>
          <p:cNvSpPr txBox="1"/>
          <p:nvPr/>
        </p:nvSpPr>
        <p:spPr>
          <a:xfrm>
            <a:off x="545073" y="1824113"/>
            <a:ext cx="7929076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s-MX" sz="2400" noProof="0" dirty="0">
                <a:solidFill>
                  <a:srgbClr val="FFFFFF"/>
                </a:solidFill>
                <a:latin typeface="Bahnschrift SemiBold" panose="020B0502040204020203" pitchFamily="34" charset="0"/>
                <a:ea typeface="Lato"/>
                <a:cs typeface="Lato"/>
                <a:sym typeface="Lato"/>
              </a:rPr>
              <a:t>En el editor de código es el lugar donde podemos escribir instrucciones, es cómodo ya que tiene funcionalidades integradas especiales para programadores.</a:t>
            </a:r>
          </a:p>
        </p:txBody>
      </p:sp>
      <p:sp>
        <p:nvSpPr>
          <p:cNvPr id="3" name="Google Shape;342;p27">
            <a:extLst>
              <a:ext uri="{FF2B5EF4-FFF2-40B4-BE49-F238E27FC236}">
                <a16:creationId xmlns:a16="http://schemas.microsoft.com/office/drawing/2014/main" id="{7E66B9ED-C422-8A19-C9CA-06F66B15B1BF}"/>
              </a:ext>
            </a:extLst>
          </p:cNvPr>
          <p:cNvSpPr txBox="1"/>
          <p:nvPr/>
        </p:nvSpPr>
        <p:spPr>
          <a:xfrm>
            <a:off x="545073" y="1157590"/>
            <a:ext cx="9801194" cy="512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9006"/>
              </a:lnSpc>
            </a:pPr>
            <a:r>
              <a:rPr lang="es-MX" sz="2800" b="1" noProof="0" dirty="0">
                <a:solidFill>
                  <a:srgbClr val="FFCA04"/>
                </a:solidFill>
                <a:latin typeface="Bahnschrift SemiBold" panose="020B0502040204020203" pitchFamily="34" charset="0"/>
                <a:ea typeface="NSimSun" panose="02010609030101010101" pitchFamily="49" charset="-122"/>
                <a:cs typeface="Paytone One"/>
                <a:sym typeface="Paytone One"/>
              </a:rPr>
              <a:t>VISUAL SUDIO CODE</a:t>
            </a:r>
            <a:endParaRPr lang="es-MX" sz="400" b="1" noProof="0" dirty="0">
              <a:latin typeface="Bahnschrift SemiBold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honeycomb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1867" y="3373634"/>
            <a:ext cx="10348267" cy="813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3"/>
          <p:cNvPicPr preferRelativeResize="0"/>
          <p:nvPr/>
        </p:nvPicPr>
        <p:blipFill>
          <a:blip r:embed="rId4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5573" y="2154975"/>
            <a:ext cx="832650" cy="83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3"/>
          <p:cNvPicPr preferRelativeResize="0"/>
          <p:nvPr/>
        </p:nvPicPr>
        <p:blipFill>
          <a:blip r:embed="rId5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73838" y="2096815"/>
            <a:ext cx="920100" cy="92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3"/>
          <p:cNvPicPr preferRelativeResize="0"/>
          <p:nvPr/>
        </p:nvPicPr>
        <p:blipFill>
          <a:blip r:embed="rId6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35090" y="2235165"/>
            <a:ext cx="645583" cy="645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3"/>
          <p:cNvPicPr preferRelativeResize="0"/>
          <p:nvPr/>
        </p:nvPicPr>
        <p:blipFill>
          <a:blip r:embed="rId7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00531" y="2179451"/>
            <a:ext cx="931967" cy="931967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3"/>
          <p:cNvSpPr txBox="1"/>
          <p:nvPr/>
        </p:nvSpPr>
        <p:spPr>
          <a:xfrm>
            <a:off x="575354" y="525856"/>
            <a:ext cx="11322120" cy="879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19000"/>
              </a:lnSpc>
            </a:pPr>
            <a:r>
              <a:rPr lang="es-MX" sz="4800" noProof="0" dirty="0">
                <a:solidFill>
                  <a:srgbClr val="FFCA04"/>
                </a:solidFill>
                <a:latin typeface="Bahnschrift SemiBold" panose="020B0502040204020203" pitchFamily="34" charset="0"/>
                <a:sym typeface="Paytone One"/>
              </a:rPr>
              <a:t>¿CÓMO FUNCION UNA PÁGINA WEB?</a:t>
            </a:r>
            <a:endParaRPr lang="es-MX" sz="1050" noProof="0" dirty="0">
              <a:latin typeface="Bahnschrift SemiBold" panose="020B0502040204020203" pitchFamily="34" charset="0"/>
            </a:endParaRPr>
          </a:p>
        </p:txBody>
      </p:sp>
      <p:sp>
        <p:nvSpPr>
          <p:cNvPr id="272" name="Google Shape;272;p23"/>
          <p:cNvSpPr txBox="1"/>
          <p:nvPr/>
        </p:nvSpPr>
        <p:spPr>
          <a:xfrm>
            <a:off x="988898" y="3532201"/>
            <a:ext cx="726000" cy="511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4007"/>
              </a:lnSpc>
            </a:pPr>
            <a:r>
              <a:rPr lang="es-MX" sz="3194" noProof="0" dirty="0">
                <a:solidFill>
                  <a:srgbClr val="FFD7F3"/>
                </a:solidFill>
                <a:latin typeface="Paytone One"/>
                <a:ea typeface="Paytone One"/>
                <a:cs typeface="Paytone One"/>
                <a:sym typeface="Paytone One"/>
              </a:rPr>
              <a:t>01</a:t>
            </a:r>
            <a:endParaRPr lang="es-MX" sz="1200" noProof="0" dirty="0"/>
          </a:p>
        </p:txBody>
      </p:sp>
      <p:sp>
        <p:nvSpPr>
          <p:cNvPr id="273" name="Google Shape;273;p23"/>
          <p:cNvSpPr txBox="1"/>
          <p:nvPr/>
        </p:nvSpPr>
        <p:spPr>
          <a:xfrm>
            <a:off x="4170888" y="3532201"/>
            <a:ext cx="726000" cy="511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4007"/>
              </a:lnSpc>
            </a:pPr>
            <a:r>
              <a:rPr lang="es-MX" sz="3194" noProof="0" dirty="0">
                <a:solidFill>
                  <a:srgbClr val="FFD7F3"/>
                </a:solidFill>
                <a:latin typeface="Paytone One"/>
                <a:ea typeface="Paytone One"/>
                <a:cs typeface="Paytone One"/>
                <a:sym typeface="Paytone One"/>
              </a:rPr>
              <a:t>02</a:t>
            </a:r>
            <a:endParaRPr lang="es-MX" sz="1200" noProof="0" dirty="0"/>
          </a:p>
        </p:txBody>
      </p:sp>
      <p:sp>
        <p:nvSpPr>
          <p:cNvPr id="274" name="Google Shape;274;p23"/>
          <p:cNvSpPr txBox="1"/>
          <p:nvPr/>
        </p:nvSpPr>
        <p:spPr>
          <a:xfrm>
            <a:off x="7294881" y="3532201"/>
            <a:ext cx="726000" cy="511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4007"/>
              </a:lnSpc>
            </a:pPr>
            <a:r>
              <a:rPr lang="es-MX" sz="3194" noProof="0" dirty="0">
                <a:solidFill>
                  <a:srgbClr val="FFD7F3"/>
                </a:solidFill>
                <a:latin typeface="Paytone One"/>
                <a:ea typeface="Paytone One"/>
                <a:cs typeface="Paytone One"/>
                <a:sym typeface="Paytone One"/>
              </a:rPr>
              <a:t>03</a:t>
            </a:r>
            <a:endParaRPr lang="es-MX" sz="1200" noProof="0" dirty="0"/>
          </a:p>
        </p:txBody>
      </p:sp>
      <p:sp>
        <p:nvSpPr>
          <p:cNvPr id="275" name="Google Shape;275;p23"/>
          <p:cNvSpPr txBox="1"/>
          <p:nvPr/>
        </p:nvSpPr>
        <p:spPr>
          <a:xfrm>
            <a:off x="10503514" y="3532201"/>
            <a:ext cx="726000" cy="511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4007"/>
              </a:lnSpc>
            </a:pPr>
            <a:r>
              <a:rPr lang="es-MX" sz="3194" noProof="0" dirty="0">
                <a:solidFill>
                  <a:srgbClr val="FFD7F3"/>
                </a:solidFill>
                <a:latin typeface="Paytone One"/>
                <a:ea typeface="Paytone One"/>
                <a:cs typeface="Paytone One"/>
                <a:sym typeface="Paytone One"/>
              </a:rPr>
              <a:t>04</a:t>
            </a:r>
            <a:endParaRPr lang="es-MX" sz="1200" noProof="0" dirty="0"/>
          </a:p>
        </p:txBody>
      </p:sp>
      <p:sp>
        <p:nvSpPr>
          <p:cNvPr id="276" name="Google Shape;276;p23"/>
          <p:cNvSpPr txBox="1"/>
          <p:nvPr/>
        </p:nvSpPr>
        <p:spPr>
          <a:xfrm>
            <a:off x="449898" y="4504730"/>
            <a:ext cx="1804000" cy="41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1" algn="ctr">
              <a:lnSpc>
                <a:spcPct val="143015"/>
              </a:lnSpc>
            </a:pPr>
            <a:r>
              <a:rPr lang="es-MX" sz="1866" b="1" noProof="0" dirty="0">
                <a:solidFill>
                  <a:srgbClr val="FFFFFF"/>
                </a:solidFill>
                <a:latin typeface="Lato"/>
                <a:sym typeface="Lato"/>
              </a:rPr>
              <a:t>Programador</a:t>
            </a:r>
            <a:endParaRPr lang="es-MX" sz="1200" noProof="0" dirty="0"/>
          </a:p>
        </p:txBody>
      </p:sp>
      <p:sp>
        <p:nvSpPr>
          <p:cNvPr id="277" name="Google Shape;277;p23"/>
          <p:cNvSpPr txBox="1"/>
          <p:nvPr/>
        </p:nvSpPr>
        <p:spPr>
          <a:xfrm>
            <a:off x="3631888" y="4504730"/>
            <a:ext cx="1804000" cy="41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1" algn="ctr">
              <a:lnSpc>
                <a:spcPct val="143015"/>
              </a:lnSpc>
            </a:pPr>
            <a:r>
              <a:rPr lang="es-MX" sz="1866" b="1" noProof="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Archivo HTML</a:t>
            </a:r>
            <a:endParaRPr lang="es-MX" sz="1200" noProof="0" dirty="0"/>
          </a:p>
        </p:txBody>
      </p:sp>
      <p:sp>
        <p:nvSpPr>
          <p:cNvPr id="278" name="Google Shape;278;p23"/>
          <p:cNvSpPr txBox="1"/>
          <p:nvPr/>
        </p:nvSpPr>
        <p:spPr>
          <a:xfrm>
            <a:off x="6943261" y="4504730"/>
            <a:ext cx="1429240" cy="41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1" algn="ctr">
              <a:lnSpc>
                <a:spcPct val="143015"/>
              </a:lnSpc>
            </a:pPr>
            <a:r>
              <a:rPr lang="es-MX" sz="1866" b="1" noProof="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Navegador</a:t>
            </a:r>
            <a:endParaRPr lang="es-MX" sz="1200" noProof="0" dirty="0"/>
          </a:p>
        </p:txBody>
      </p:sp>
      <p:sp>
        <p:nvSpPr>
          <p:cNvPr id="279" name="Google Shape;279;p23"/>
          <p:cNvSpPr txBox="1"/>
          <p:nvPr/>
        </p:nvSpPr>
        <p:spPr>
          <a:xfrm>
            <a:off x="10098487" y="4504730"/>
            <a:ext cx="1536054" cy="41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1" algn="ctr">
              <a:lnSpc>
                <a:spcPct val="143015"/>
              </a:lnSpc>
            </a:pPr>
            <a:r>
              <a:rPr lang="es-MX" sz="1866" b="1" noProof="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Página Web</a:t>
            </a:r>
            <a:endParaRPr lang="es-MX" sz="1200" noProof="0" dirty="0"/>
          </a:p>
        </p:txBody>
      </p:sp>
      <p:sp>
        <p:nvSpPr>
          <p:cNvPr id="280" name="Google Shape;280;p23"/>
          <p:cNvSpPr txBox="1"/>
          <p:nvPr/>
        </p:nvSpPr>
        <p:spPr>
          <a:xfrm>
            <a:off x="449898" y="4985190"/>
            <a:ext cx="1804000" cy="550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1" algn="ctr">
              <a:lnSpc>
                <a:spcPct val="120000"/>
              </a:lnSpc>
            </a:pPr>
            <a:r>
              <a:rPr lang="es-MX" sz="1491" noProof="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Escribe y guarda el </a:t>
            </a:r>
            <a:r>
              <a:rPr lang="es-MX" sz="1491" noProof="0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codigo</a:t>
            </a:r>
            <a:r>
              <a:rPr lang="es-MX" sz="1491" noProof="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en un archivo</a:t>
            </a:r>
            <a:endParaRPr lang="es-MX" sz="1200" noProof="0" dirty="0"/>
          </a:p>
        </p:txBody>
      </p:sp>
      <p:sp>
        <p:nvSpPr>
          <p:cNvPr id="281" name="Google Shape;281;p23"/>
          <p:cNvSpPr txBox="1"/>
          <p:nvPr/>
        </p:nvSpPr>
        <p:spPr>
          <a:xfrm>
            <a:off x="3564688" y="4985190"/>
            <a:ext cx="1938400" cy="550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1" algn="ctr">
              <a:lnSpc>
                <a:spcPct val="120000"/>
              </a:lnSpc>
            </a:pPr>
            <a:r>
              <a:rPr lang="es-MX" sz="1491" noProof="0" dirty="0">
                <a:solidFill>
                  <a:srgbClr val="FFFFFF"/>
                </a:solidFill>
                <a:latin typeface="Lato"/>
                <a:sym typeface="Lato"/>
              </a:rPr>
              <a:t>Contiene toda o parte de una pagina web.</a:t>
            </a:r>
            <a:endParaRPr lang="es-MX" sz="1200" noProof="0" dirty="0"/>
          </a:p>
        </p:txBody>
      </p:sp>
      <p:sp>
        <p:nvSpPr>
          <p:cNvPr id="282" name="Google Shape;282;p23"/>
          <p:cNvSpPr txBox="1"/>
          <p:nvPr/>
        </p:nvSpPr>
        <p:spPr>
          <a:xfrm>
            <a:off x="6688681" y="4985190"/>
            <a:ext cx="1938400" cy="825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1" algn="ctr">
              <a:lnSpc>
                <a:spcPct val="120000"/>
              </a:lnSpc>
            </a:pPr>
            <a:r>
              <a:rPr lang="es-MX" sz="1491" noProof="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El navegador lee todas las instrucciones del archivo.</a:t>
            </a:r>
            <a:endParaRPr lang="es-MX" sz="1200" noProof="0" dirty="0"/>
          </a:p>
        </p:txBody>
      </p:sp>
      <p:sp>
        <p:nvSpPr>
          <p:cNvPr id="283" name="Google Shape;283;p23"/>
          <p:cNvSpPr txBox="1"/>
          <p:nvPr/>
        </p:nvSpPr>
        <p:spPr>
          <a:xfrm>
            <a:off x="9897314" y="4985190"/>
            <a:ext cx="1938400" cy="1101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1" algn="ctr">
              <a:lnSpc>
                <a:spcPct val="120000"/>
              </a:lnSpc>
            </a:pPr>
            <a:r>
              <a:rPr lang="es-MX" sz="1491" noProof="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Es todo el conjunto de instrucciones ya interpretadas, lo que vemos al final</a:t>
            </a:r>
            <a:endParaRPr lang="es-MX" sz="1200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honeycomb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-2127321" y="-121240"/>
            <a:ext cx="5626241" cy="4020205"/>
          </a:xfrm>
          <a:custGeom>
            <a:avLst/>
            <a:gdLst/>
            <a:ahLst/>
            <a:cxnLst/>
            <a:rect l="l" t="t" r="r" b="b"/>
            <a:pathLst>
              <a:path w="8439362" h="6030308" extrusionOk="0">
                <a:moveTo>
                  <a:pt x="0" y="0"/>
                </a:moveTo>
                <a:lnTo>
                  <a:pt x="8439362" y="0"/>
                </a:lnTo>
                <a:lnTo>
                  <a:pt x="8439362" y="6030308"/>
                </a:lnTo>
                <a:lnTo>
                  <a:pt x="0" y="60303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48" name="Google Shape;148;p18"/>
          <p:cNvSpPr/>
          <p:nvPr/>
        </p:nvSpPr>
        <p:spPr>
          <a:xfrm rot="5400000">
            <a:off x="-2579319" y="4701984"/>
            <a:ext cx="5626241" cy="4020205"/>
          </a:xfrm>
          <a:custGeom>
            <a:avLst/>
            <a:gdLst/>
            <a:ahLst/>
            <a:cxnLst/>
            <a:rect l="l" t="t" r="r" b="b"/>
            <a:pathLst>
              <a:path w="8439362" h="6030308" extrusionOk="0">
                <a:moveTo>
                  <a:pt x="0" y="0"/>
                </a:moveTo>
                <a:lnTo>
                  <a:pt x="8439362" y="0"/>
                </a:lnTo>
                <a:lnTo>
                  <a:pt x="8439362" y="6030307"/>
                </a:lnTo>
                <a:lnTo>
                  <a:pt x="0" y="60303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49" name="Google Shape;149;p18"/>
          <p:cNvSpPr/>
          <p:nvPr/>
        </p:nvSpPr>
        <p:spPr>
          <a:xfrm>
            <a:off x="588426" y="1570141"/>
            <a:ext cx="6518955" cy="4930701"/>
          </a:xfrm>
          <a:custGeom>
            <a:avLst/>
            <a:gdLst/>
            <a:ahLst/>
            <a:cxnLst/>
            <a:rect l="l" t="t" r="r" b="b"/>
            <a:pathLst>
              <a:path w="9778432" h="7396051" extrusionOk="0">
                <a:moveTo>
                  <a:pt x="0" y="0"/>
                </a:moveTo>
                <a:lnTo>
                  <a:pt x="9778433" y="0"/>
                </a:lnTo>
                <a:lnTo>
                  <a:pt x="9778433" y="7396050"/>
                </a:lnTo>
                <a:lnTo>
                  <a:pt x="0" y="7396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50" name="Google Shape;150;p18"/>
          <p:cNvSpPr/>
          <p:nvPr/>
        </p:nvSpPr>
        <p:spPr>
          <a:xfrm>
            <a:off x="11182235" y="-121240"/>
            <a:ext cx="5626241" cy="4020205"/>
          </a:xfrm>
          <a:custGeom>
            <a:avLst/>
            <a:gdLst/>
            <a:ahLst/>
            <a:cxnLst/>
            <a:rect l="l" t="t" r="r" b="b"/>
            <a:pathLst>
              <a:path w="8439362" h="6030308" extrusionOk="0">
                <a:moveTo>
                  <a:pt x="0" y="0"/>
                </a:moveTo>
                <a:lnTo>
                  <a:pt x="8439362" y="0"/>
                </a:lnTo>
                <a:lnTo>
                  <a:pt x="8439362" y="6030308"/>
                </a:lnTo>
                <a:lnTo>
                  <a:pt x="0" y="60303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51" name="Google Shape;151;p18"/>
          <p:cNvSpPr txBox="1"/>
          <p:nvPr/>
        </p:nvSpPr>
        <p:spPr>
          <a:xfrm>
            <a:off x="2243905" y="330873"/>
            <a:ext cx="7704191" cy="106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19000"/>
              </a:lnSpc>
            </a:pPr>
            <a:r>
              <a:rPr lang="es-MX" sz="5800" noProof="0" dirty="0">
                <a:solidFill>
                  <a:srgbClr val="FFCA04"/>
                </a:solidFill>
                <a:latin typeface="Bahnschrift SemiBold SemiConden" panose="020B0502040204020203" pitchFamily="34" charset="0"/>
                <a:ea typeface="Paytone One"/>
                <a:cs typeface="Paytone One"/>
                <a:sym typeface="Paytone One"/>
              </a:rPr>
              <a:t>Historia rápida de HTML</a:t>
            </a:r>
            <a:endParaRPr lang="es-MX" sz="1200" noProof="0" dirty="0">
              <a:latin typeface="Bahnschrift SemiBold SemiConden" panose="020B0502040204020203" pitchFamily="34" charset="0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2126181" y="1869813"/>
            <a:ext cx="3443444" cy="44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s-MX" sz="2200" b="1" noProof="0" dirty="0">
                <a:solidFill>
                  <a:srgbClr val="FFFFFF"/>
                </a:solidFill>
                <a:latin typeface="Paytone One"/>
                <a:ea typeface="Paytone One"/>
                <a:cs typeface="Paytone One"/>
                <a:sym typeface="Paytone One"/>
              </a:rPr>
              <a:t>TIM BERNERS-LEE</a:t>
            </a:r>
            <a:endParaRPr lang="es-MX" sz="1200" noProof="0" dirty="0"/>
          </a:p>
        </p:txBody>
      </p:sp>
      <p:sp>
        <p:nvSpPr>
          <p:cNvPr id="153" name="Google Shape;153;p18"/>
          <p:cNvSpPr txBox="1"/>
          <p:nvPr/>
        </p:nvSpPr>
        <p:spPr>
          <a:xfrm>
            <a:off x="8203321" y="4990519"/>
            <a:ext cx="3132057" cy="2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es-MX" sz="2200" b="1" noProof="0" dirty="0">
                <a:solidFill>
                  <a:srgbClr val="FFFFFF"/>
                </a:solidFill>
                <a:latin typeface="Paytone One"/>
                <a:ea typeface="Paytone One"/>
                <a:cs typeface="Paytone One"/>
                <a:sym typeface="Paytone One"/>
              </a:rPr>
              <a:t>¿Que significa HTML?</a:t>
            </a:r>
            <a:endParaRPr lang="es-MX" sz="1200" noProof="0" dirty="0"/>
          </a:p>
        </p:txBody>
      </p:sp>
      <p:sp>
        <p:nvSpPr>
          <p:cNvPr id="154" name="Google Shape;154;p18"/>
          <p:cNvSpPr txBox="1"/>
          <p:nvPr/>
        </p:nvSpPr>
        <p:spPr>
          <a:xfrm>
            <a:off x="8203321" y="3505300"/>
            <a:ext cx="3132057" cy="44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es-MX" sz="2200" b="1" noProof="0" dirty="0">
                <a:solidFill>
                  <a:srgbClr val="FFFFFF"/>
                </a:solidFill>
                <a:latin typeface="Paytone One"/>
                <a:ea typeface="Paytone One"/>
                <a:cs typeface="Paytone One"/>
                <a:sym typeface="Paytone One"/>
              </a:rPr>
              <a:t>¿Por que lo inventó?</a:t>
            </a:r>
            <a:endParaRPr lang="es-MX" sz="1200" noProof="0" dirty="0"/>
          </a:p>
        </p:txBody>
      </p:sp>
      <p:sp>
        <p:nvSpPr>
          <p:cNvPr id="155" name="Google Shape;155;p18"/>
          <p:cNvSpPr txBox="1"/>
          <p:nvPr/>
        </p:nvSpPr>
        <p:spPr>
          <a:xfrm>
            <a:off x="8203321" y="5395178"/>
            <a:ext cx="2979000" cy="1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s-MX" sz="1491" noProof="0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HyperText</a:t>
            </a:r>
            <a:r>
              <a:rPr lang="es-MX" sz="1491" noProof="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MX" sz="1491" noProof="0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Markup</a:t>
            </a:r>
            <a:r>
              <a:rPr lang="es-MX" sz="1491" noProof="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MX" sz="1491" noProof="0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Language</a:t>
            </a:r>
            <a:endParaRPr lang="es-MX" sz="1200" noProof="0" dirty="0"/>
          </a:p>
        </p:txBody>
      </p:sp>
      <p:sp>
        <p:nvSpPr>
          <p:cNvPr id="156" name="Google Shape;156;p18"/>
          <p:cNvSpPr txBox="1"/>
          <p:nvPr/>
        </p:nvSpPr>
        <p:spPr>
          <a:xfrm>
            <a:off x="8203321" y="3991875"/>
            <a:ext cx="2979000" cy="825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s-MX" sz="1491" noProof="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Era un </a:t>
            </a:r>
            <a:r>
              <a:rPr lang="es-MX" sz="1491" noProof="0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cientifico</a:t>
            </a:r>
            <a:r>
              <a:rPr lang="es-MX" sz="1491" noProof="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con la necesidad de compartir documentos </a:t>
            </a:r>
            <a:r>
              <a:rPr lang="es-MX" sz="1491" noProof="0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cientificos</a:t>
            </a:r>
            <a:r>
              <a:rPr lang="es-MX" sz="1491" noProof="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a través de una red.</a:t>
            </a:r>
            <a:endParaRPr lang="es-MX" sz="1200" noProof="0" dirty="0"/>
          </a:p>
        </p:txBody>
      </p:sp>
      <p:sp>
        <p:nvSpPr>
          <p:cNvPr id="3" name="Google Shape;153;p18">
            <a:extLst>
              <a:ext uri="{FF2B5EF4-FFF2-40B4-BE49-F238E27FC236}">
                <a16:creationId xmlns:a16="http://schemas.microsoft.com/office/drawing/2014/main" id="{CD6D44D6-5A30-8D6F-1A23-97A61CCBDB9E}"/>
              </a:ext>
            </a:extLst>
          </p:cNvPr>
          <p:cNvSpPr txBox="1"/>
          <p:nvPr/>
        </p:nvSpPr>
        <p:spPr>
          <a:xfrm>
            <a:off x="8203321" y="2657049"/>
            <a:ext cx="3132057" cy="44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es-MX" sz="2200" b="1" noProof="0" dirty="0">
                <a:solidFill>
                  <a:srgbClr val="FFFFFF"/>
                </a:solidFill>
                <a:latin typeface="Paytone One"/>
                <a:ea typeface="Paytone One"/>
                <a:cs typeface="Paytone One"/>
                <a:sym typeface="Paytone One"/>
              </a:rPr>
              <a:t>¿Quien lo inventó?</a:t>
            </a:r>
            <a:endParaRPr lang="es-MX" sz="1200" noProof="0" dirty="0"/>
          </a:p>
        </p:txBody>
      </p:sp>
      <p:sp>
        <p:nvSpPr>
          <p:cNvPr id="5" name="Google Shape;155;p18">
            <a:extLst>
              <a:ext uri="{FF2B5EF4-FFF2-40B4-BE49-F238E27FC236}">
                <a16:creationId xmlns:a16="http://schemas.microsoft.com/office/drawing/2014/main" id="{75FE541B-13A4-8827-03ED-32002A341901}"/>
              </a:ext>
            </a:extLst>
          </p:cNvPr>
          <p:cNvSpPr txBox="1"/>
          <p:nvPr/>
        </p:nvSpPr>
        <p:spPr>
          <a:xfrm>
            <a:off x="8203321" y="3061867"/>
            <a:ext cx="2979000" cy="275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1">
              <a:lnSpc>
                <a:spcPct val="120000"/>
              </a:lnSpc>
            </a:pPr>
            <a:r>
              <a:rPr lang="es-MX" sz="1491" noProof="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Tim Berners-Lee</a:t>
            </a:r>
            <a:endParaRPr lang="es-MX" sz="1200" noProof="0" dirty="0"/>
          </a:p>
        </p:txBody>
      </p:sp>
      <p:pic>
        <p:nvPicPr>
          <p:cNvPr id="6" name="Imagen 5" descr="Tim Berners-Lee: How This Guy Invented the World Wide Web 30 ...">
            <a:extLst>
              <a:ext uri="{FF2B5EF4-FFF2-40B4-BE49-F238E27FC236}">
                <a16:creationId xmlns:a16="http://schemas.microsoft.com/office/drawing/2014/main" id="{6F090BFC-6362-593A-FCDD-239F0B56359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212"/>
          <a:stretch>
            <a:fillRect/>
          </a:stretch>
        </p:blipFill>
        <p:spPr>
          <a:xfrm>
            <a:off x="2201682" y="2356388"/>
            <a:ext cx="3292443" cy="24771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honeycomb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Hola mundo - Iconos gratis de seo y web">
            <a:extLst>
              <a:ext uri="{FF2B5EF4-FFF2-40B4-BE49-F238E27FC236}">
                <a16:creationId xmlns:a16="http://schemas.microsoft.com/office/drawing/2014/main" id="{4C03EC33-6709-9E68-4726-B2F777C31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36532"/>
            <a:ext cx="6402407" cy="6402407"/>
          </a:xfrm>
          <a:prstGeom prst="rect">
            <a:avLst/>
          </a:prstGeom>
        </p:spPr>
      </p:pic>
      <p:sp>
        <p:nvSpPr>
          <p:cNvPr id="181" name="Google Shape;181;p20"/>
          <p:cNvSpPr txBox="1"/>
          <p:nvPr/>
        </p:nvSpPr>
        <p:spPr>
          <a:xfrm>
            <a:off x="5315741" y="450627"/>
            <a:ext cx="6674672" cy="27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19001"/>
              </a:lnSpc>
            </a:pPr>
            <a:r>
              <a:rPr lang="es-MX" sz="7533" noProof="0" dirty="0">
                <a:solidFill>
                  <a:srgbClr val="FFCA04"/>
                </a:solidFill>
                <a:latin typeface="Bahnschrift SemiBold SemiConden" panose="020B0502040204020203" pitchFamily="34" charset="0"/>
                <a:ea typeface="Paytone One"/>
                <a:cs typeface="Paytone One"/>
                <a:sym typeface="Paytone One"/>
              </a:rPr>
              <a:t>Primer ¡Hola mundo!</a:t>
            </a:r>
            <a:endParaRPr lang="es-MX" sz="1200" noProof="0" dirty="0">
              <a:latin typeface="Bahnschrift SemiBold SemiConden" panose="020B0502040204020203" pitchFamily="34" charset="0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5867175" y="3549267"/>
            <a:ext cx="5740385" cy="1232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1" algn="ctr">
              <a:lnSpc>
                <a:spcPct val="143004"/>
              </a:lnSpc>
            </a:pPr>
            <a:r>
              <a:rPr lang="es-MX" sz="2800" noProof="0" dirty="0">
                <a:solidFill>
                  <a:srgbClr val="FFFFFF"/>
                </a:solidFill>
                <a:latin typeface="Bahnschrift SemiBold SemiConden" panose="020B0502040204020203" pitchFamily="34" charset="0"/>
                <a:ea typeface="Lato"/>
                <a:cs typeface="Lato"/>
                <a:sym typeface="Lato"/>
              </a:rPr>
              <a:t>Todos los desarrolladores comenzamos con un ¡Hola Mundo en pantalla!</a:t>
            </a:r>
            <a:endParaRPr lang="es-MX" sz="2400" noProof="0" dirty="0">
              <a:latin typeface="Bahnschrift SemiBold SemiConden" panose="020B0502040204020203" pitchFamily="34" charset="0"/>
            </a:endParaRPr>
          </a:p>
        </p:txBody>
      </p:sp>
      <p:sp>
        <p:nvSpPr>
          <p:cNvPr id="185" name="Google Shape;185;p20"/>
          <p:cNvSpPr/>
          <p:nvPr/>
        </p:nvSpPr>
        <p:spPr>
          <a:xfrm rot="-5400000">
            <a:off x="5315741" y="4956118"/>
            <a:ext cx="7786489" cy="7786489"/>
          </a:xfrm>
          <a:custGeom>
            <a:avLst/>
            <a:gdLst/>
            <a:ahLst/>
            <a:cxnLst/>
            <a:rect l="l" t="t" r="r" b="b"/>
            <a:pathLst>
              <a:path w="11679733" h="11679733" extrusionOk="0">
                <a:moveTo>
                  <a:pt x="0" y="0"/>
                </a:moveTo>
                <a:lnTo>
                  <a:pt x="11679733" y="0"/>
                </a:lnTo>
                <a:lnTo>
                  <a:pt x="11679733" y="11679733"/>
                </a:lnTo>
                <a:lnTo>
                  <a:pt x="0" y="116797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86" name="Google Shape;186;p20"/>
          <p:cNvSpPr/>
          <p:nvPr/>
        </p:nvSpPr>
        <p:spPr>
          <a:xfrm rot="3242350">
            <a:off x="-1270327" y="3729703"/>
            <a:ext cx="4272345" cy="4272345"/>
          </a:xfrm>
          <a:custGeom>
            <a:avLst/>
            <a:gdLst/>
            <a:ahLst/>
            <a:cxnLst/>
            <a:rect l="l" t="t" r="r" b="b"/>
            <a:pathLst>
              <a:path w="6408517" h="6408517" extrusionOk="0">
                <a:moveTo>
                  <a:pt x="0" y="0"/>
                </a:moveTo>
                <a:lnTo>
                  <a:pt x="6408517" y="0"/>
                </a:lnTo>
                <a:lnTo>
                  <a:pt x="6408517" y="6408517"/>
                </a:lnTo>
                <a:lnTo>
                  <a:pt x="0" y="64085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MX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honeycomb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-2127321" y="-121240"/>
            <a:ext cx="5626241" cy="4020205"/>
          </a:xfrm>
          <a:custGeom>
            <a:avLst/>
            <a:gdLst/>
            <a:ahLst/>
            <a:cxnLst/>
            <a:rect l="l" t="t" r="r" b="b"/>
            <a:pathLst>
              <a:path w="8439362" h="6030308" extrusionOk="0">
                <a:moveTo>
                  <a:pt x="0" y="0"/>
                </a:moveTo>
                <a:lnTo>
                  <a:pt x="8439362" y="0"/>
                </a:lnTo>
                <a:lnTo>
                  <a:pt x="8439362" y="6030308"/>
                </a:lnTo>
                <a:lnTo>
                  <a:pt x="0" y="60303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48" name="Google Shape;148;p18"/>
          <p:cNvSpPr/>
          <p:nvPr/>
        </p:nvSpPr>
        <p:spPr>
          <a:xfrm rot="5400000">
            <a:off x="-2579319" y="4701984"/>
            <a:ext cx="5626241" cy="4020205"/>
          </a:xfrm>
          <a:custGeom>
            <a:avLst/>
            <a:gdLst/>
            <a:ahLst/>
            <a:cxnLst/>
            <a:rect l="l" t="t" r="r" b="b"/>
            <a:pathLst>
              <a:path w="8439362" h="6030308" extrusionOk="0">
                <a:moveTo>
                  <a:pt x="0" y="0"/>
                </a:moveTo>
                <a:lnTo>
                  <a:pt x="8439362" y="0"/>
                </a:lnTo>
                <a:lnTo>
                  <a:pt x="8439362" y="6030307"/>
                </a:lnTo>
                <a:lnTo>
                  <a:pt x="0" y="60303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49" name="Google Shape;149;p18"/>
          <p:cNvSpPr/>
          <p:nvPr/>
        </p:nvSpPr>
        <p:spPr>
          <a:xfrm>
            <a:off x="588426" y="1570141"/>
            <a:ext cx="6518955" cy="4930701"/>
          </a:xfrm>
          <a:custGeom>
            <a:avLst/>
            <a:gdLst/>
            <a:ahLst/>
            <a:cxnLst/>
            <a:rect l="l" t="t" r="r" b="b"/>
            <a:pathLst>
              <a:path w="9778432" h="7396051" extrusionOk="0">
                <a:moveTo>
                  <a:pt x="0" y="0"/>
                </a:moveTo>
                <a:lnTo>
                  <a:pt x="9778433" y="0"/>
                </a:lnTo>
                <a:lnTo>
                  <a:pt x="9778433" y="7396050"/>
                </a:lnTo>
                <a:lnTo>
                  <a:pt x="0" y="7396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50" name="Google Shape;150;p18"/>
          <p:cNvSpPr/>
          <p:nvPr/>
        </p:nvSpPr>
        <p:spPr>
          <a:xfrm>
            <a:off x="11182235" y="-121240"/>
            <a:ext cx="5626241" cy="4020205"/>
          </a:xfrm>
          <a:custGeom>
            <a:avLst/>
            <a:gdLst/>
            <a:ahLst/>
            <a:cxnLst/>
            <a:rect l="l" t="t" r="r" b="b"/>
            <a:pathLst>
              <a:path w="8439362" h="6030308" extrusionOk="0">
                <a:moveTo>
                  <a:pt x="0" y="0"/>
                </a:moveTo>
                <a:lnTo>
                  <a:pt x="8439362" y="0"/>
                </a:lnTo>
                <a:lnTo>
                  <a:pt x="8439362" y="6030308"/>
                </a:lnTo>
                <a:lnTo>
                  <a:pt x="0" y="60303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51" name="Google Shape;151;p18"/>
          <p:cNvSpPr txBox="1"/>
          <p:nvPr/>
        </p:nvSpPr>
        <p:spPr>
          <a:xfrm>
            <a:off x="2243905" y="330873"/>
            <a:ext cx="7704191" cy="106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19000"/>
              </a:lnSpc>
            </a:pPr>
            <a:r>
              <a:rPr lang="es-MX" sz="5800" noProof="0" dirty="0">
                <a:solidFill>
                  <a:srgbClr val="FFCA04"/>
                </a:solidFill>
                <a:latin typeface="Bahnschrift SemiBold SemiConden" panose="020B0502040204020203" pitchFamily="34" charset="0"/>
                <a:ea typeface="Paytone One"/>
                <a:cs typeface="Paytone One"/>
                <a:sym typeface="Paytone One"/>
              </a:rPr>
              <a:t>ETIQUETAS GOD</a:t>
            </a:r>
            <a:endParaRPr lang="es-MX" sz="1200" noProof="0" dirty="0">
              <a:latin typeface="Bahnschrift SemiBold SemiConden" panose="020B0502040204020203" pitchFamily="34" charset="0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7890225" y="2099405"/>
            <a:ext cx="3450796" cy="3545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1" algn="ctr">
              <a:lnSpc>
                <a:spcPct val="120000"/>
              </a:lnSpc>
            </a:pPr>
            <a:r>
              <a:rPr lang="es-MX" sz="2400" b="1" noProof="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Recordemos que HTML se creó para organizar información y compartirla, entonces cada etiqueta tiene un significado semántico.</a:t>
            </a:r>
          </a:p>
          <a:p>
            <a:pPr marL="0" lvl="1" algn="ctr">
              <a:lnSpc>
                <a:spcPct val="120000"/>
              </a:lnSpc>
            </a:pPr>
            <a:r>
              <a:rPr lang="es-MX" sz="2400" b="1" dirty="0">
                <a:solidFill>
                  <a:srgbClr val="FFFFFF"/>
                </a:solidFill>
                <a:latin typeface="Lato"/>
                <a:sym typeface="Lato"/>
              </a:rPr>
              <a:t>Estas etiquetas son muy usadas.</a:t>
            </a:r>
            <a:endParaRPr lang="es-MX" sz="2000" b="1" noProof="0" dirty="0"/>
          </a:p>
        </p:txBody>
      </p:sp>
      <p:sp>
        <p:nvSpPr>
          <p:cNvPr id="157" name="Google Shape;157;p18"/>
          <p:cNvSpPr txBox="1"/>
          <p:nvPr/>
        </p:nvSpPr>
        <p:spPr>
          <a:xfrm>
            <a:off x="1916947" y="1654978"/>
            <a:ext cx="3619400" cy="331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1" algn="ctr">
              <a:lnSpc>
                <a:spcPct val="110000"/>
              </a:lnSpc>
            </a:pPr>
            <a:r>
              <a:rPr lang="en-US" sz="2800" b="1" noProof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&lt;h1&gt;&lt;/h1&gt;</a:t>
            </a:r>
          </a:p>
          <a:p>
            <a:pPr marL="0" lvl="1" algn="ctr">
              <a:lnSpc>
                <a:spcPct val="110000"/>
              </a:lnSpc>
            </a:pPr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&lt;p&gt;&lt;/p&gt;</a:t>
            </a:r>
          </a:p>
          <a:p>
            <a:pPr marL="0" lvl="1" algn="ctr">
              <a:lnSpc>
                <a:spcPct val="110000"/>
              </a:lnSpc>
            </a:pPr>
            <a:r>
              <a:rPr lang="es-MX" sz="2800" b="1" noProof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&lt;</a:t>
            </a:r>
            <a:r>
              <a:rPr lang="es-MX" sz="2800" b="1" noProof="0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ul</a:t>
            </a:r>
            <a:r>
              <a:rPr lang="es-MX" sz="2800" b="1" noProof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&gt;&lt;/</a:t>
            </a:r>
            <a:r>
              <a:rPr lang="es-MX" sz="2800" b="1" noProof="0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ul</a:t>
            </a:r>
            <a:r>
              <a:rPr lang="es-MX" sz="2800" b="1" noProof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&gt;</a:t>
            </a:r>
          </a:p>
          <a:p>
            <a:pPr marL="0" lvl="1" algn="ctr">
              <a:lnSpc>
                <a:spcPct val="110000"/>
              </a:lnSpc>
            </a:pPr>
            <a:r>
              <a:rPr lang="es-MX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&lt;</a:t>
            </a:r>
            <a:r>
              <a:rPr lang="es-MX" sz="28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li</a:t>
            </a:r>
            <a:r>
              <a:rPr lang="es-MX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&gt;&lt;/</a:t>
            </a:r>
            <a:r>
              <a:rPr lang="es-MX" sz="28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li</a:t>
            </a:r>
            <a:r>
              <a:rPr lang="es-MX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&gt;</a:t>
            </a:r>
          </a:p>
          <a:p>
            <a:pPr marL="0" lvl="1" algn="ctr">
              <a:lnSpc>
                <a:spcPct val="110000"/>
              </a:lnSpc>
            </a:pPr>
            <a:r>
              <a:rPr lang="es-MX" sz="2800" b="1" noProof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&lt;</a:t>
            </a:r>
            <a:r>
              <a:rPr lang="es-MX" sz="2800" b="1" noProof="0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img</a:t>
            </a:r>
            <a:r>
              <a:rPr lang="es-MX" sz="2800" b="1" noProof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&gt;</a:t>
            </a:r>
          </a:p>
          <a:p>
            <a:pPr marL="0" lvl="1" algn="ctr">
              <a:lnSpc>
                <a:spcPct val="110000"/>
              </a:lnSpc>
            </a:pPr>
            <a:r>
              <a:rPr lang="es-MX" sz="2800" b="1" noProof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&lt;a&gt;&lt;/a&gt;</a:t>
            </a:r>
          </a:p>
          <a:p>
            <a:pPr marL="0" lvl="1" algn="ctr">
              <a:lnSpc>
                <a:spcPct val="110000"/>
              </a:lnSpc>
            </a:pPr>
            <a:r>
              <a:rPr lang="es-MX" sz="2800" b="1" noProof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&lt;</a:t>
            </a:r>
            <a:r>
              <a:rPr lang="es-MX" sz="2800" b="1" noProof="0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div</a:t>
            </a:r>
            <a:r>
              <a:rPr lang="es-MX" sz="2800" b="1" noProof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&gt;&lt;/</a:t>
            </a:r>
            <a:r>
              <a:rPr lang="es-MX" sz="2800" b="1" noProof="0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div</a:t>
            </a:r>
            <a:r>
              <a:rPr lang="es-MX" sz="2800" b="1" noProof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&gt;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honeycomb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Nexus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 Theme">
      <a:majorFont>
        <a:latin typeface="Arial Black"/>
        <a:ea typeface="SimHei"/>
        <a:cs typeface="Arial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223</TotalTime>
  <Words>254</Words>
  <Application>Microsoft Office PowerPoint</Application>
  <PresentationFormat>Panorámica</PresentationFormat>
  <Paragraphs>45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8</vt:i4>
      </vt:variant>
    </vt:vector>
  </HeadingPairs>
  <TitlesOfParts>
    <vt:vector size="19" baseType="lpstr">
      <vt:lpstr>Arial</vt:lpstr>
      <vt:lpstr>Arial Black</vt:lpstr>
      <vt:lpstr>Bahnschrift SemiBold</vt:lpstr>
      <vt:lpstr>Bahnschrift SemiBold SemiConden</vt:lpstr>
      <vt:lpstr>Calibri</vt:lpstr>
      <vt:lpstr>Calibri Light</vt:lpstr>
      <vt:lpstr>Lato</vt:lpstr>
      <vt:lpstr>Paytone One</vt:lpstr>
      <vt:lpstr>Wingdings</vt:lpstr>
      <vt:lpstr>Nexus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Erick Aguilar</dc:creator>
  <cp:lastModifiedBy>Erick Aguilar</cp:lastModifiedBy>
  <cp:revision>12</cp:revision>
  <dcterms:modified xsi:type="dcterms:W3CDTF">2026-07-03T03:20:13Z</dcterms:modified>
</cp:coreProperties>
</file>